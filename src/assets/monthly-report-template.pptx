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11.xml" ContentType="application/vnd.openxmlformats-officedocument.presentationml.slideLayout+xml"/>
  <Override PartName="/ppt/theme/theme3.xml" ContentType="application/vnd.openxmlformats-officedocument.theme+xml"/>
  <Override PartName="/ppt/tags/tag15.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5.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notesSlides/notesSlide1.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5.xml" ContentType="application/vnd.openxmlformats-officedocument.themeOverride+xml"/>
  <Override PartName="/ppt/tags/tag24.xml" ContentType="application/vnd.openxmlformats-officedocument.presentationml.tags+xml"/>
  <Override PartName="/ppt/tags/tag25.xml" ContentType="application/vnd.openxmlformats-officedocument.presentationml.tags+xml"/>
  <Override PartName="/ppt/notesSlides/notesSlide3.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4.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6"/>
    <p:sldMasterId id="2147483823" r:id="rId7"/>
    <p:sldMasterId id="2147483829" r:id="rId8"/>
    <p:sldMasterId id="2147483832" r:id="rId9"/>
    <p:sldMasterId id="2147483836" r:id="rId10"/>
  </p:sldMasterIdLst>
  <p:notesMasterIdLst>
    <p:notesMasterId r:id="rId17"/>
  </p:notesMasterIdLst>
  <p:handoutMasterIdLst>
    <p:handoutMasterId r:id="rId18"/>
  </p:handoutMasterIdLst>
  <p:sldIdLst>
    <p:sldId id="1010" r:id="rId11"/>
    <p:sldId id="4268" r:id="rId12"/>
    <p:sldId id="2147481818" r:id="rId13"/>
    <p:sldId id="2076137059" r:id="rId14"/>
    <p:sldId id="2076137051" r:id="rId15"/>
    <p:sldId id="2076137028" r:id="rId16"/>
  </p:sldIdLst>
  <p:sldSz cx="12192000" cy="6858000"/>
  <p:notesSz cx="6794500" cy="9906000"/>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MT" id="{1FC6CFCF-F0BC-4946-A6CA-8B9557CB48AD}">
          <p14:sldIdLst>
            <p14:sldId id="1010"/>
            <p14:sldId id="4268"/>
            <p14:sldId id="2147481818"/>
            <p14:sldId id="2076137059"/>
            <p14:sldId id="2076137051"/>
            <p14:sldId id="207613702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B009"/>
    <a:srgbClr val="00B050"/>
    <a:srgbClr val="C5E0B4"/>
    <a:srgbClr val="009900"/>
    <a:srgbClr val="CDF000"/>
    <a:srgbClr val="CCFF33"/>
    <a:srgbClr val="F39500"/>
    <a:srgbClr val="FFFFFF"/>
    <a:srgbClr val="9BD4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055A89-816F-6369-5C1A-AFFB5A26D421}" v="170" dt="2026-10-05T05:32:23.4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189" autoAdjust="0"/>
  </p:normalViewPr>
  <p:slideViewPr>
    <p:cSldViewPr snapToGrid="0">
      <p:cViewPr varScale="1">
        <p:scale>
          <a:sx n="125" d="100"/>
          <a:sy n="125" d="100"/>
        </p:scale>
        <p:origin x="1536"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3.xml"/><Relationship Id="rId13" Type="http://schemas.openxmlformats.org/officeDocument/2006/relationships/slide" Target="slides/slide3.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2.xml"/><Relationship Id="rId12" Type="http://schemas.openxmlformats.org/officeDocument/2006/relationships/slide" Target="slides/slide2.xml"/><Relationship Id="rId17" Type="http://schemas.openxmlformats.org/officeDocument/2006/relationships/notesMaster" Target="notesMasters/notesMaster1.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1.xml"/><Relationship Id="rId24"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5.xml"/><Relationship Id="rId23" Type="http://schemas.openxmlformats.org/officeDocument/2006/relationships/tableStyles" Target="tableStyles.xml"/><Relationship Id="rId10" Type="http://schemas.openxmlformats.org/officeDocument/2006/relationships/slideMaster" Target="slideMasters/slideMaster5.xml"/><Relationship Id="rId19" Type="http://schemas.openxmlformats.org/officeDocument/2006/relationships/tags" Target="tags/tag1.xml"/><Relationship Id="rId4" Type="http://schemas.openxmlformats.org/officeDocument/2006/relationships/customXml" Target="../customXml/item4.xml"/><Relationship Id="rId9" Type="http://schemas.openxmlformats.org/officeDocument/2006/relationships/slideMaster" Target="slideMasters/slideMaster4.xml"/><Relationship Id="rId14" Type="http://schemas.openxmlformats.org/officeDocument/2006/relationships/slide" Target="slides/slide4.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ang GAO" userId="4b103e70-a8f4-4363-92db-72de5b294e92" providerId="ADAL" clId="{A40C3023-8F0E-4FA0-BAED-45C87A88A835}"/>
    <pc:docChg chg="undo custSel addSld delSld modSld modSection">
      <pc:chgData name="Xiang GAO" userId="4b103e70-a8f4-4363-92db-72de5b294e92" providerId="ADAL" clId="{A40C3023-8F0E-4FA0-BAED-45C87A88A835}" dt="2026-09-15T05:23:11.561" v="2457" actId="1076"/>
      <pc:docMkLst>
        <pc:docMk/>
      </pc:docMkLst>
      <pc:sldChg chg="addSp delSp modSp mod">
        <pc:chgData name="Xiang GAO" userId="4b103e70-a8f4-4363-92db-72de5b294e92" providerId="ADAL" clId="{A40C3023-8F0E-4FA0-BAED-45C87A88A835}" dt="2026-09-13T15:49:15.707" v="2159" actId="20577"/>
        <pc:sldMkLst>
          <pc:docMk/>
          <pc:sldMk cId="449939103" sldId="4258"/>
        </pc:sldMkLst>
        <pc:spChg chg="mod">
          <ac:chgData name="Xiang GAO" userId="4b103e70-a8f4-4363-92db-72de5b294e92" providerId="ADAL" clId="{A40C3023-8F0E-4FA0-BAED-45C87A88A835}" dt="2026-09-13T15:49:15.707" v="2159" actId="20577"/>
          <ac:spMkLst>
            <pc:docMk/>
            <pc:sldMk cId="449939103" sldId="4258"/>
            <ac:spMk id="36" creationId="{D27F5299-7487-12E9-0C5C-4EA94B9479B3}"/>
          </ac:spMkLst>
        </pc:spChg>
        <pc:graphicFrameChg chg="mod modGraphic">
          <ac:chgData name="Xiang GAO" userId="4b103e70-a8f4-4363-92db-72de5b294e92" providerId="ADAL" clId="{A40C3023-8F0E-4FA0-BAED-45C87A88A835}" dt="2026-09-13T15:47:29.044" v="2106" actId="1076"/>
          <ac:graphicFrameMkLst>
            <pc:docMk/>
            <pc:sldMk cId="449939103" sldId="4258"/>
            <ac:graphicFrameMk id="31" creationId="{2B880FC3-9968-349A-C457-FBB518B19EDD}"/>
          </ac:graphicFrameMkLst>
        </pc:graphicFrameChg>
        <pc:picChg chg="add mod">
          <ac:chgData name="Xiang GAO" userId="4b103e70-a8f4-4363-92db-72de5b294e92" providerId="ADAL" clId="{A40C3023-8F0E-4FA0-BAED-45C87A88A835}" dt="2026-09-13T15:38:39.436" v="2066" actId="1076"/>
          <ac:picMkLst>
            <pc:docMk/>
            <pc:sldMk cId="449939103" sldId="4258"/>
            <ac:picMk id="7" creationId="{31E1F28E-2342-064E-F7D2-D182055B19D5}"/>
          </ac:picMkLst>
        </pc:picChg>
      </pc:sldChg>
      <pc:sldChg chg="modSp mod">
        <pc:chgData name="Xiang GAO" userId="4b103e70-a8f4-4363-92db-72de5b294e92" providerId="ADAL" clId="{A40C3023-8F0E-4FA0-BAED-45C87A88A835}" dt="2026-09-15T05:23:11.561" v="2457" actId="1076"/>
        <pc:sldMkLst>
          <pc:docMk/>
          <pc:sldMk cId="2652529609" sldId="4268"/>
        </pc:sldMkLst>
        <pc:spChg chg="mod">
          <ac:chgData name="Xiang GAO" userId="4b103e70-a8f4-4363-92db-72de5b294e92" providerId="ADAL" clId="{A40C3023-8F0E-4FA0-BAED-45C87A88A835}" dt="2026-09-15T03:00:11.955" v="2455" actId="20577"/>
          <ac:spMkLst>
            <pc:docMk/>
            <pc:sldMk cId="2652529609" sldId="4268"/>
            <ac:spMk id="3" creationId="{0B0C52F3-D8F6-A7E1-9322-89950D1F0332}"/>
          </ac:spMkLst>
        </pc:spChg>
        <pc:spChg chg="mod">
          <ac:chgData name="Xiang GAO" userId="4b103e70-a8f4-4363-92db-72de5b294e92" providerId="ADAL" clId="{A40C3023-8F0E-4FA0-BAED-45C87A88A835}" dt="2026-09-15T05:23:11.561" v="2457" actId="1076"/>
          <ac:spMkLst>
            <pc:docMk/>
            <pc:sldMk cId="2652529609" sldId="4268"/>
            <ac:spMk id="18" creationId="{8A632FA2-EFCE-4F62-BED7-D880C2B60598}"/>
          </ac:spMkLst>
        </pc:spChg>
      </pc:sldChg>
      <pc:sldChg chg="modSp mod">
        <pc:chgData name="Xiang GAO" userId="4b103e70-a8f4-4363-92db-72de5b294e92" providerId="ADAL" clId="{A40C3023-8F0E-4FA0-BAED-45C87A88A835}" dt="2026-09-13T15:31:06.337" v="2059" actId="27918"/>
        <pc:sldMkLst>
          <pc:docMk/>
          <pc:sldMk cId="1970255546" sldId="2076137026"/>
        </pc:sldMkLst>
      </pc:sldChg>
      <pc:sldChg chg="modSp mod">
        <pc:chgData name="Xiang GAO" userId="4b103e70-a8f4-4363-92db-72de5b294e92" providerId="ADAL" clId="{A40C3023-8F0E-4FA0-BAED-45C87A88A835}" dt="2026-09-13T15:19:46.007" v="2014" actId="27918"/>
        <pc:sldMkLst>
          <pc:docMk/>
          <pc:sldMk cId="3143120759" sldId="2147481790"/>
        </pc:sldMkLst>
      </pc:sldChg>
      <pc:sldChg chg="modSp mod">
        <pc:chgData name="Xiang GAO" userId="4b103e70-a8f4-4363-92db-72de5b294e92" providerId="ADAL" clId="{A40C3023-8F0E-4FA0-BAED-45C87A88A835}" dt="2026-09-13T15:21:13.618" v="2021" actId="27918"/>
        <pc:sldMkLst>
          <pc:docMk/>
          <pc:sldMk cId="1046567352" sldId="2147481796"/>
        </pc:sldMkLst>
      </pc:sldChg>
      <pc:sldChg chg="addSp delSp modSp mod">
        <pc:chgData name="Xiang GAO" userId="4b103e70-a8f4-4363-92db-72de5b294e92" providerId="ADAL" clId="{A40C3023-8F0E-4FA0-BAED-45C87A88A835}" dt="2026-09-13T16:09:56.561" v="2448" actId="1076"/>
        <pc:sldMkLst>
          <pc:docMk/>
          <pc:sldMk cId="910268316" sldId="2147481833"/>
        </pc:sldMkLst>
        <pc:spChg chg="mod">
          <ac:chgData name="Xiang GAO" userId="4b103e70-a8f4-4363-92db-72de5b294e92" providerId="ADAL" clId="{A40C3023-8F0E-4FA0-BAED-45C87A88A835}" dt="2026-09-13T16:02:50.369" v="2323" actId="1035"/>
          <ac:spMkLst>
            <pc:docMk/>
            <pc:sldMk cId="910268316" sldId="2147481833"/>
            <ac:spMk id="20" creationId="{27EBB019-4084-FC5C-6474-15D549F90342}"/>
          </ac:spMkLst>
        </pc:spChg>
        <pc:spChg chg="mod">
          <ac:chgData name="Xiang GAO" userId="4b103e70-a8f4-4363-92db-72de5b294e92" providerId="ADAL" clId="{A40C3023-8F0E-4FA0-BAED-45C87A88A835}" dt="2026-09-13T16:03:22.613" v="2360" actId="20577"/>
          <ac:spMkLst>
            <pc:docMk/>
            <pc:sldMk cId="910268316" sldId="2147481833"/>
            <ac:spMk id="31" creationId="{F68A0B37-B842-54A4-8158-15C4FAD288FE}"/>
          </ac:spMkLst>
        </pc:spChg>
        <pc:spChg chg="mod">
          <ac:chgData name="Xiang GAO" userId="4b103e70-a8f4-4363-92db-72de5b294e92" providerId="ADAL" clId="{A40C3023-8F0E-4FA0-BAED-45C87A88A835}" dt="2026-09-13T16:04:20.523" v="2391" actId="1076"/>
          <ac:spMkLst>
            <pc:docMk/>
            <pc:sldMk cId="910268316" sldId="2147481833"/>
            <ac:spMk id="35" creationId="{0C0F0317-76E5-A715-293D-3516DBE4F6D8}"/>
          </ac:spMkLst>
        </pc:spChg>
        <pc:spChg chg="mod">
          <ac:chgData name="Xiang GAO" userId="4b103e70-a8f4-4363-92db-72de5b294e92" providerId="ADAL" clId="{A40C3023-8F0E-4FA0-BAED-45C87A88A835}" dt="2026-09-13T16:09:56.561" v="2448" actId="1076"/>
          <ac:spMkLst>
            <pc:docMk/>
            <pc:sldMk cId="910268316" sldId="2147481833"/>
            <ac:spMk id="54" creationId="{64E77225-A9A9-D90F-2DAB-BE1F492583D1}"/>
          </ac:spMkLst>
        </pc:spChg>
        <pc:picChg chg="add mod ord">
          <ac:chgData name="Xiang GAO" userId="4b103e70-a8f4-4363-92db-72de5b294e92" providerId="ADAL" clId="{A40C3023-8F0E-4FA0-BAED-45C87A88A835}" dt="2026-09-13T16:01:42.693" v="2296" actId="1035"/>
          <ac:picMkLst>
            <pc:docMk/>
            <pc:sldMk cId="910268316" sldId="2147481833"/>
            <ac:picMk id="17" creationId="{1C65F0E0-664E-C7B1-58D9-D5E0FAAA60F6}"/>
          </ac:picMkLst>
        </pc:picChg>
        <pc:picChg chg="add mod modCrop">
          <ac:chgData name="Xiang GAO" userId="4b103e70-a8f4-4363-92db-72de5b294e92" providerId="ADAL" clId="{A40C3023-8F0E-4FA0-BAED-45C87A88A835}" dt="2026-09-13T16:06:57.584" v="2415" actId="14100"/>
          <ac:picMkLst>
            <pc:docMk/>
            <pc:sldMk cId="910268316" sldId="2147481833"/>
            <ac:picMk id="38" creationId="{3E9E5565-8194-7ED6-4859-446401EE5633}"/>
          </ac:picMkLst>
        </pc:picChg>
        <pc:picChg chg="add mod">
          <ac:chgData name="Xiang GAO" userId="4b103e70-a8f4-4363-92db-72de5b294e92" providerId="ADAL" clId="{A40C3023-8F0E-4FA0-BAED-45C87A88A835}" dt="2026-09-13T16:06:36.035" v="2413" actId="1076"/>
          <ac:picMkLst>
            <pc:docMk/>
            <pc:sldMk cId="910268316" sldId="2147481833"/>
            <ac:picMk id="43" creationId="{42DFEB7B-6B57-790C-47BA-FBD0900A2139}"/>
          </ac:picMkLst>
        </pc:picChg>
        <pc:picChg chg="add mod ord">
          <ac:chgData name="Xiang GAO" userId="4b103e70-a8f4-4363-92db-72de5b294e92" providerId="ADAL" clId="{A40C3023-8F0E-4FA0-BAED-45C87A88A835}" dt="2026-09-13T16:07:51.131" v="2429" actId="1038"/>
          <ac:picMkLst>
            <pc:docMk/>
            <pc:sldMk cId="910268316" sldId="2147481833"/>
            <ac:picMk id="46" creationId="{4FFD7443-CA21-275A-51B9-356082B2FE18}"/>
          </ac:picMkLst>
        </pc:picChg>
        <pc:picChg chg="add mod">
          <ac:chgData name="Xiang GAO" userId="4b103e70-a8f4-4363-92db-72de5b294e92" providerId="ADAL" clId="{A40C3023-8F0E-4FA0-BAED-45C87A88A835}" dt="2026-09-13T16:08:29.572" v="2437" actId="1076"/>
          <ac:picMkLst>
            <pc:docMk/>
            <pc:sldMk cId="910268316" sldId="2147481833"/>
            <ac:picMk id="48" creationId="{F696BF3C-6C87-AA4C-B4A7-4711017F1A32}"/>
          </ac:picMkLst>
        </pc:picChg>
        <pc:picChg chg="add mod">
          <ac:chgData name="Xiang GAO" userId="4b103e70-a8f4-4363-92db-72de5b294e92" providerId="ADAL" clId="{A40C3023-8F0E-4FA0-BAED-45C87A88A835}" dt="2026-09-13T16:09:15.132" v="2445" actId="14100"/>
          <ac:picMkLst>
            <pc:docMk/>
            <pc:sldMk cId="910268316" sldId="2147481833"/>
            <ac:picMk id="50" creationId="{F28BE64D-6541-98B4-B914-373A01ACC6CD}"/>
          </ac:picMkLst>
        </pc:picChg>
        <pc:cxnChg chg="mod">
          <ac:chgData name="Xiang GAO" userId="4b103e70-a8f4-4363-92db-72de5b294e92" providerId="ADAL" clId="{A40C3023-8F0E-4FA0-BAED-45C87A88A835}" dt="2026-09-13T16:02:41.535" v="2312" actId="1035"/>
          <ac:cxnSpMkLst>
            <pc:docMk/>
            <pc:sldMk cId="910268316" sldId="2147481833"/>
            <ac:cxnSpMk id="16" creationId="{22B61189-54C8-C599-B7DF-E23C0D9DFD14}"/>
          </ac:cxnSpMkLst>
        </pc:cxnChg>
        <pc:cxnChg chg="mod">
          <ac:chgData name="Xiang GAO" userId="4b103e70-a8f4-4363-92db-72de5b294e92" providerId="ADAL" clId="{A40C3023-8F0E-4FA0-BAED-45C87A88A835}" dt="2026-09-13T16:02:45.810" v="2313" actId="14100"/>
          <ac:cxnSpMkLst>
            <pc:docMk/>
            <pc:sldMk cId="910268316" sldId="2147481833"/>
            <ac:cxnSpMk id="18" creationId="{8160E9D1-5E2E-1BFA-D0E3-DA4D9D852989}"/>
          </ac:cxnSpMkLst>
        </pc:cxnChg>
        <pc:cxnChg chg="mod">
          <ac:chgData name="Xiang GAO" userId="4b103e70-a8f4-4363-92db-72de5b294e92" providerId="ADAL" clId="{A40C3023-8F0E-4FA0-BAED-45C87A88A835}" dt="2026-09-13T16:02:59.461" v="2347" actId="1036"/>
          <ac:cxnSpMkLst>
            <pc:docMk/>
            <pc:sldMk cId="910268316" sldId="2147481833"/>
            <ac:cxnSpMk id="28" creationId="{01EA767D-1CE8-28B0-9425-A6DC6FF86155}"/>
          </ac:cxnSpMkLst>
        </pc:cxnChg>
        <pc:cxnChg chg="mod">
          <ac:chgData name="Xiang GAO" userId="4b103e70-a8f4-4363-92db-72de5b294e92" providerId="ADAL" clId="{A40C3023-8F0E-4FA0-BAED-45C87A88A835}" dt="2026-09-13T16:03:06.359" v="2354" actId="1036"/>
          <ac:cxnSpMkLst>
            <pc:docMk/>
            <pc:sldMk cId="910268316" sldId="2147481833"/>
            <ac:cxnSpMk id="29" creationId="{2D33BD36-393B-A9EE-5B9C-CC9840D0FB53}"/>
          </ac:cxnSpMkLst>
        </pc:cxnChg>
        <pc:cxnChg chg="mod">
          <ac:chgData name="Xiang GAO" userId="4b103e70-a8f4-4363-92db-72de5b294e92" providerId="ADAL" clId="{A40C3023-8F0E-4FA0-BAED-45C87A88A835}" dt="2026-09-13T16:03:11.868" v="2356" actId="14100"/>
          <ac:cxnSpMkLst>
            <pc:docMk/>
            <pc:sldMk cId="910268316" sldId="2147481833"/>
            <ac:cxnSpMk id="30" creationId="{DB7CDBAD-431D-F703-2FD6-3EE9702BEE85}"/>
          </ac:cxnSpMkLst>
        </pc:cxnChg>
        <pc:cxnChg chg="mod">
          <ac:chgData name="Xiang GAO" userId="4b103e70-a8f4-4363-92db-72de5b294e92" providerId="ADAL" clId="{A40C3023-8F0E-4FA0-BAED-45C87A88A835}" dt="2026-09-13T16:03:42.545" v="2374" actId="1035"/>
          <ac:cxnSpMkLst>
            <pc:docMk/>
            <pc:sldMk cId="910268316" sldId="2147481833"/>
            <ac:cxnSpMk id="32" creationId="{E6EED152-82BB-1D65-D4B8-0F8A6D93EC9F}"/>
          </ac:cxnSpMkLst>
        </pc:cxnChg>
        <pc:cxnChg chg="mod">
          <ac:chgData name="Xiang GAO" userId="4b103e70-a8f4-4363-92db-72de5b294e92" providerId="ADAL" clId="{A40C3023-8F0E-4FA0-BAED-45C87A88A835}" dt="2026-09-13T16:03:54.821" v="2386" actId="1036"/>
          <ac:cxnSpMkLst>
            <pc:docMk/>
            <pc:sldMk cId="910268316" sldId="2147481833"/>
            <ac:cxnSpMk id="33" creationId="{5D2D78DA-D8E4-2B20-927E-DACF2EB47CD1}"/>
          </ac:cxnSpMkLst>
        </pc:cxnChg>
        <pc:cxnChg chg="mod">
          <ac:chgData name="Xiang GAO" userId="4b103e70-a8f4-4363-92db-72de5b294e92" providerId="ADAL" clId="{A40C3023-8F0E-4FA0-BAED-45C87A88A835}" dt="2026-09-13T16:03:59.155" v="2387" actId="14100"/>
          <ac:cxnSpMkLst>
            <pc:docMk/>
            <pc:sldMk cId="910268316" sldId="2147481833"/>
            <ac:cxnSpMk id="34" creationId="{CED4294E-6E5E-8CE0-D407-837DF0DCCCD4}"/>
          </ac:cxnSpMkLst>
        </pc:cxnChg>
      </pc:sldChg>
      <pc:sldChg chg="addSp delSp modSp mod">
        <pc:chgData name="Xiang GAO" userId="4b103e70-a8f4-4363-92db-72de5b294e92" providerId="ADAL" clId="{A40C3023-8F0E-4FA0-BAED-45C87A88A835}" dt="2026-09-13T15:57:19.904" v="2275" actId="20577"/>
        <pc:sldMkLst>
          <pc:docMk/>
          <pc:sldMk cId="2804222699" sldId="2147481834"/>
        </pc:sldMkLst>
        <pc:spChg chg="mod">
          <ac:chgData name="Xiang GAO" userId="4b103e70-a8f4-4363-92db-72de5b294e92" providerId="ADAL" clId="{A40C3023-8F0E-4FA0-BAED-45C87A88A835}" dt="2026-09-13T15:57:19.904" v="2275" actId="20577"/>
          <ac:spMkLst>
            <pc:docMk/>
            <pc:sldMk cId="2804222699" sldId="2147481834"/>
            <ac:spMk id="22" creationId="{38C091ED-7060-5191-0064-AAA0DCA146FE}"/>
          </ac:spMkLst>
        </pc:spChg>
        <pc:picChg chg="add mod ord">
          <ac:chgData name="Xiang GAO" userId="4b103e70-a8f4-4363-92db-72de5b294e92" providerId="ADAL" clId="{A40C3023-8F0E-4FA0-BAED-45C87A88A835}" dt="2026-09-13T15:50:51.781" v="2166" actId="14100"/>
          <ac:picMkLst>
            <pc:docMk/>
            <pc:sldMk cId="2804222699" sldId="2147481834"/>
            <ac:picMk id="9" creationId="{0BE143F1-1D1F-FA15-905B-1A8281A10E17}"/>
          </ac:picMkLst>
        </pc:picChg>
        <pc:picChg chg="add mod ord">
          <ac:chgData name="Xiang GAO" userId="4b103e70-a8f4-4363-92db-72de5b294e92" providerId="ADAL" clId="{A40C3023-8F0E-4FA0-BAED-45C87A88A835}" dt="2026-09-13T15:53:42.376" v="2189" actId="14100"/>
          <ac:picMkLst>
            <pc:docMk/>
            <pc:sldMk cId="2804222699" sldId="2147481834"/>
            <ac:picMk id="12" creationId="{0448F970-94EB-A786-B7E6-60B0B5FAA00B}"/>
          </ac:picMkLst>
        </pc:picChg>
        <pc:picChg chg="add mod ord">
          <ac:chgData name="Xiang GAO" userId="4b103e70-a8f4-4363-92db-72de5b294e92" providerId="ADAL" clId="{A40C3023-8F0E-4FA0-BAED-45C87A88A835}" dt="2026-09-13T15:52:32.481" v="2181" actId="14100"/>
          <ac:picMkLst>
            <pc:docMk/>
            <pc:sldMk cId="2804222699" sldId="2147481834"/>
            <ac:picMk id="15" creationId="{2C48C94B-C5F9-AC86-D3BB-FC902058D668}"/>
          </ac:picMkLst>
        </pc:picChg>
        <pc:picChg chg="add mod ord">
          <ac:chgData name="Xiang GAO" userId="4b103e70-a8f4-4363-92db-72de5b294e92" providerId="ADAL" clId="{A40C3023-8F0E-4FA0-BAED-45C87A88A835}" dt="2026-09-13T15:53:54.647" v="2192" actId="1035"/>
          <ac:picMkLst>
            <pc:docMk/>
            <pc:sldMk cId="2804222699" sldId="2147481834"/>
            <ac:picMk id="17" creationId="{B5600B15-E38F-9FE3-E2B3-918A6C3DBD3D}"/>
          </ac:picMkLst>
        </pc:picChg>
        <pc:picChg chg="add mod ord">
          <ac:chgData name="Xiang GAO" userId="4b103e70-a8f4-4363-92db-72de5b294e92" providerId="ADAL" clId="{A40C3023-8F0E-4FA0-BAED-45C87A88A835}" dt="2026-09-13T15:55:05.109" v="2200" actId="1076"/>
          <ac:picMkLst>
            <pc:docMk/>
            <pc:sldMk cId="2804222699" sldId="2147481834"/>
            <ac:picMk id="20" creationId="{9000E74A-D470-94E5-E5E5-7FB5817C0E04}"/>
          </ac:picMkLst>
        </pc:picChg>
        <pc:picChg chg="ord">
          <ac:chgData name="Xiang GAO" userId="4b103e70-a8f4-4363-92db-72de5b294e92" providerId="ADAL" clId="{A40C3023-8F0E-4FA0-BAED-45C87A88A835}" dt="2026-09-13T15:53:36.218" v="2188" actId="167"/>
          <ac:picMkLst>
            <pc:docMk/>
            <pc:sldMk cId="2804222699" sldId="2147481834"/>
            <ac:picMk id="21" creationId="{ACE41934-D20F-B762-0337-B5CA4606517C}"/>
          </ac:picMkLst>
        </pc:picChg>
      </pc:sldChg>
    </pc:docChg>
  </pc:docChgLst>
  <pc:docChgLst>
    <pc:chgData name="Akihiko Miyao" userId="S::miyaoa@basfad.basf.net::a08fa556-b8b2-4420-a0dc-ac6f7869cdb4" providerId="AD" clId="Web-{BA676AA5-5006-AD40-7C4A-5063BA18BED5}"/>
    <pc:docChg chg="modSld">
      <pc:chgData name="Akihiko Miyao" userId="S::miyaoa@basfad.basf.net::a08fa556-b8b2-4420-a0dc-ac6f7869cdb4" providerId="AD" clId="Web-{BA676AA5-5006-AD40-7C4A-5063BA18BED5}" dt="2026-09-08T04:14:32.627" v="72" actId="20577"/>
      <pc:docMkLst>
        <pc:docMk/>
      </pc:docMkLst>
      <pc:sldChg chg="addSp delSp modSp">
        <pc:chgData name="Akihiko Miyao" userId="S::miyaoa@basfad.basf.net::a08fa556-b8b2-4420-a0dc-ac6f7869cdb4" providerId="AD" clId="Web-{BA676AA5-5006-AD40-7C4A-5063BA18BED5}" dt="2026-09-08T04:14:32.627" v="72" actId="20577"/>
        <pc:sldMkLst>
          <pc:docMk/>
          <pc:sldMk cId="1046567352" sldId="2147481796"/>
        </pc:sldMkLst>
        <pc:spChg chg="mod">
          <ac:chgData name="Akihiko Miyao" userId="S::miyaoa@basfad.basf.net::a08fa556-b8b2-4420-a0dc-ac6f7869cdb4" providerId="AD" clId="Web-{BA676AA5-5006-AD40-7C4A-5063BA18BED5}" dt="2026-09-08T04:14:32.627" v="72" actId="20577"/>
          <ac:spMkLst>
            <pc:docMk/>
            <pc:sldMk cId="1046567352" sldId="2147481796"/>
            <ac:spMk id="5" creationId="{99BAD486-6E13-FE3C-FA80-A772322F2533}"/>
          </ac:spMkLst>
        </pc:spChg>
        <pc:picChg chg="add mod">
          <ac:chgData name="Akihiko Miyao" userId="S::miyaoa@basfad.basf.net::a08fa556-b8b2-4420-a0dc-ac6f7869cdb4" providerId="AD" clId="Web-{BA676AA5-5006-AD40-7C4A-5063BA18BED5}" dt="2026-09-08T03:42:42.367" v="5" actId="1076"/>
          <ac:picMkLst>
            <pc:docMk/>
            <pc:sldMk cId="1046567352" sldId="2147481796"/>
            <ac:picMk id="3" creationId="{2FA4663F-9E8C-1BE4-B62D-B30F0009AF4E}"/>
          </ac:picMkLst>
        </pc:picChg>
      </pc:sldChg>
    </pc:docChg>
  </pc:docChgLst>
  <pc:docChgLst>
    <pc:chgData name="Brandon CHOI" userId="S::chois22@basfad.basf.net::f68e1c07-922d-4ae8-91e4-b46b23239010" providerId="AD" clId="Web-{2B12C3E0-F054-C30D-A49A-A6DC0140F065}"/>
    <pc:docChg chg="sldOrd">
      <pc:chgData name="Brandon CHOI" userId="S::chois22@basfad.basf.net::f68e1c07-922d-4ae8-91e4-b46b23239010" providerId="AD" clId="Web-{2B12C3E0-F054-C30D-A49A-A6DC0140F065}" dt="2026-09-16T01:05:21.907" v="0"/>
      <pc:docMkLst>
        <pc:docMk/>
      </pc:docMkLst>
      <pc:sldChg chg="ord">
        <pc:chgData name="Brandon CHOI" userId="S::chois22@basfad.basf.net::f68e1c07-922d-4ae8-91e4-b46b23239010" providerId="AD" clId="Web-{2B12C3E0-F054-C30D-A49A-A6DC0140F065}" dt="2026-09-16T01:05:21.907" v="0"/>
        <pc:sldMkLst>
          <pc:docMk/>
          <pc:sldMk cId="1970255546" sldId="2076137026"/>
        </pc:sldMkLst>
      </pc:sldChg>
    </pc:docChg>
  </pc:docChgLst>
  <pc:docChgLst>
    <pc:chgData name="Mu JIANG" userId="S::jiangm7@basfad.basf.net::64ad1e29-7a74-40ae-8d85-bb5ba1affd60" providerId="AD" clId="Web-{722A6A0E-0580-30EE-E471-134648490676}"/>
    <pc:docChg chg="modSld">
      <pc:chgData name="Mu JIANG" userId="S::jiangm7@basfad.basf.net::64ad1e29-7a74-40ae-8d85-bb5ba1affd60" providerId="AD" clId="Web-{722A6A0E-0580-30EE-E471-134648490676}" dt="2026-09-09T03:18:13.627" v="2" actId="1076"/>
      <pc:docMkLst>
        <pc:docMk/>
      </pc:docMkLst>
      <pc:sldChg chg="addSp delSp modSp">
        <pc:chgData name="Mu JIANG" userId="S::jiangm7@basfad.basf.net::64ad1e29-7a74-40ae-8d85-bb5ba1affd60" providerId="AD" clId="Web-{722A6A0E-0580-30EE-E471-134648490676}" dt="2026-09-09T03:18:13.627" v="2" actId="1076"/>
        <pc:sldMkLst>
          <pc:docMk/>
          <pc:sldMk cId="3143120759" sldId="2147481790"/>
        </pc:sldMkLst>
      </pc:sldChg>
    </pc:docChg>
  </pc:docChgLst>
  <pc:docChgLst>
    <pc:chgData name="Akihiko Miyao" userId="S::miyaoa@basfad.basf.net::a08fa556-b8b2-4420-a0dc-ac6f7869cdb4" providerId="AD" clId="Web-{87055A89-816F-6369-5C1A-AFFB5A26D421}"/>
    <pc:docChg chg="modSld">
      <pc:chgData name="Akihiko Miyao" userId="S::miyaoa@basfad.basf.net::a08fa556-b8b2-4420-a0dc-ac6f7869cdb4" providerId="AD" clId="Web-{87055A89-816F-6369-5C1A-AFFB5A26D421}" dt="2026-10-05T05:32:14.817" v="0"/>
      <pc:docMkLst>
        <pc:docMk/>
      </pc:docMkLst>
      <pc:sldChg chg="modSp">
        <pc:chgData name="Akihiko Miyao" userId="S::miyaoa@basfad.basf.net::a08fa556-b8b2-4420-a0dc-ac6f7869cdb4" providerId="AD" clId="Web-{87055A89-816F-6369-5C1A-AFFB5A26D421}" dt="2026-10-05T05:32:14.817" v="0"/>
        <pc:sldMkLst>
          <pc:docMk/>
          <pc:sldMk cId="1860320941" sldId="2147481815"/>
        </pc:sldMkLst>
        <pc:graphicFrameChg chg="modGraphic">
          <ac:chgData name="Akihiko Miyao" userId="S::miyaoa@basfad.basf.net::a08fa556-b8b2-4420-a0dc-ac6f7869cdb4" providerId="AD" clId="Web-{87055A89-816F-6369-5C1A-AFFB5A26D421}" dt="2026-10-05T05:32:14.817" v="0"/>
          <ac:graphicFrameMkLst>
            <pc:docMk/>
            <pc:sldMk cId="1860320941" sldId="2147481815"/>
            <ac:graphicFrameMk id="8" creationId="{6EE76029-7AF6-81B0-3E62-AB8058088648}"/>
          </ac:graphicFrameMkLst>
        </pc:graphicFrameChg>
      </pc:sldChg>
    </pc:docChg>
  </pc:docChgLst>
  <pc:docChgLst>
    <pc:chgData name="Joseph Huang" userId="df7a0857-8c50-4550-aa74-21c14687f157" providerId="ADAL" clId="{DC1812A2-9688-4E15-B164-C40C16C38E2F}"/>
    <pc:docChg chg="undo redo custSel addSld delSld modSld modSection">
      <pc:chgData name="Joseph Huang" userId="df7a0857-8c50-4550-aa74-21c14687f157" providerId="ADAL" clId="{DC1812A2-9688-4E15-B164-C40C16C38E2F}" dt="2026-09-14T03:08:58.996" v="87" actId="20577"/>
      <pc:docMkLst>
        <pc:docMk/>
      </pc:docMkLst>
      <pc:sldChg chg="add">
        <pc:chgData name="Joseph Huang" userId="df7a0857-8c50-4550-aa74-21c14687f157" providerId="ADAL" clId="{DC1812A2-9688-4E15-B164-C40C16C38E2F}" dt="2026-09-14T00:07:00.634" v="6"/>
        <pc:sldMkLst>
          <pc:docMk/>
          <pc:sldMk cId="4208849173" sldId="260"/>
        </pc:sldMkLst>
      </pc:sldChg>
      <pc:sldChg chg="addSp delSp modSp mod">
        <pc:chgData name="Joseph Huang" userId="df7a0857-8c50-4550-aa74-21c14687f157" providerId="ADAL" clId="{DC1812A2-9688-4E15-B164-C40C16C38E2F}" dt="2026-09-14T03:08:58.996" v="87" actId="20577"/>
        <pc:sldMkLst>
          <pc:docMk/>
          <pc:sldMk cId="1970255546" sldId="2076137026"/>
        </pc:sldMkLst>
        <pc:spChg chg="add mod">
          <ac:chgData name="Joseph Huang" userId="df7a0857-8c50-4550-aa74-21c14687f157" providerId="ADAL" clId="{DC1812A2-9688-4E15-B164-C40C16C38E2F}" dt="2026-09-14T03:08:58.996" v="87" actId="20577"/>
          <ac:spMkLst>
            <pc:docMk/>
            <pc:sldMk cId="1970255546" sldId="2076137026"/>
            <ac:spMk id="5" creationId="{CD7F85D2-8537-17C0-C302-C4860D35C46E}"/>
          </ac:spMkLst>
        </pc:spChg>
      </pc:sldChg>
      <pc:sldChg chg="add">
        <pc:chgData name="Joseph Huang" userId="df7a0857-8c50-4550-aa74-21c14687f157" providerId="ADAL" clId="{DC1812A2-9688-4E15-B164-C40C16C38E2F}" dt="2026-09-14T00:06:53.922" v="5"/>
        <pc:sldMkLst>
          <pc:docMk/>
          <pc:sldMk cId="3406990673" sldId="2076137052"/>
        </pc:sldMkLst>
      </pc:sldChg>
      <pc:sldChg chg="add">
        <pc:chgData name="Joseph Huang" userId="df7a0857-8c50-4550-aa74-21c14687f157" providerId="ADAL" clId="{DC1812A2-9688-4E15-B164-C40C16C38E2F}" dt="2026-09-14T00:06:53.922" v="5"/>
        <pc:sldMkLst>
          <pc:docMk/>
          <pc:sldMk cId="2375099160" sldId="2134804860"/>
        </pc:sldMkLst>
      </pc:sldChg>
      <pc:sldChg chg="add del">
        <pc:chgData name="Joseph Huang" userId="df7a0857-8c50-4550-aa74-21c14687f157" providerId="ADAL" clId="{DC1812A2-9688-4E15-B164-C40C16C38E2F}" dt="2026-09-14T00:06:53.922" v="5"/>
        <pc:sldMkLst>
          <pc:docMk/>
          <pc:sldMk cId="2266303042" sldId="2147481792"/>
        </pc:sldMkLst>
      </pc:sldChg>
    </pc:docChg>
  </pc:docChgLst>
  <pc:docChgLst>
    <pc:chgData clId="Web-{E33F6990-1711-9B13-3631-36E1A9793101}"/>
    <pc:docChg chg="modSld">
      <pc:chgData name="" userId="" providerId="" clId="Web-{E33F6990-1711-9B13-3631-36E1A9793101}" dt="2026-09-14T03:40:16.572" v="7" actId="20577"/>
      <pc:docMkLst>
        <pc:docMk/>
      </pc:docMkLst>
      <pc:sldChg chg="modSp">
        <pc:chgData name="" userId="" providerId="" clId="Web-{E33F6990-1711-9B13-3631-36E1A9793101}" dt="2026-09-14T03:40:16.572" v="7" actId="20577"/>
        <pc:sldMkLst>
          <pc:docMk/>
          <pc:sldMk cId="3143120759" sldId="2147481790"/>
        </pc:sldMkLst>
        <pc:spChg chg="mod">
          <ac:chgData name="" userId="" providerId="" clId="Web-{E33F6990-1711-9B13-3631-36E1A9793101}" dt="2026-09-14T03:40:16.572" v="7" actId="20577"/>
          <ac:spMkLst>
            <pc:docMk/>
            <pc:sldMk cId="3143120759" sldId="2147481790"/>
            <ac:spMk id="6" creationId="{6DF4D37E-964D-4088-97F1-F09897908197}"/>
          </ac:spMkLst>
        </pc:spChg>
      </pc:sldChg>
    </pc:docChg>
  </pc:docChgLst>
  <pc:docChgLst>
    <pc:chgData name="Wilbur Chen" userId="S::chenw53@basfad.basf.net::56657e19-2ef8-42d3-90b5-baf002d0662d" providerId="AD" clId="Web-{AE0B8FF0-3987-F234-C47A-FC475A6815A1}"/>
    <pc:docChg chg="addSld delSld modSld modSection">
      <pc:chgData name="Wilbur Chen" userId="S::chenw53@basfad.basf.net::56657e19-2ef8-42d3-90b5-baf002d0662d" providerId="AD" clId="Web-{AE0B8FF0-3987-F234-C47A-FC475A6815A1}" dt="2026-09-14T07:13:04.786" v="10" actId="20577"/>
      <pc:docMkLst>
        <pc:docMk/>
      </pc:docMkLst>
      <pc:sldChg chg="modSp">
        <pc:chgData name="Wilbur Chen" userId="S::chenw53@basfad.basf.net::56657e19-2ef8-42d3-90b5-baf002d0662d" providerId="AD" clId="Web-{AE0B8FF0-3987-F234-C47A-FC475A6815A1}" dt="2026-09-14T07:13:04.786" v="10" actId="20577"/>
        <pc:sldMkLst>
          <pc:docMk/>
          <pc:sldMk cId="2266303042" sldId="2147481792"/>
        </pc:sldMkLst>
        <pc:spChg chg="mod">
          <ac:chgData name="Wilbur Chen" userId="S::chenw53@basfad.basf.net::56657e19-2ef8-42d3-90b5-baf002d0662d" providerId="AD" clId="Web-{AE0B8FF0-3987-F234-C47A-FC475A6815A1}" dt="2026-09-14T07:13:04.786" v="10" actId="20577"/>
          <ac:spMkLst>
            <pc:docMk/>
            <pc:sldMk cId="2266303042" sldId="2147481792"/>
            <ac:spMk id="182" creationId="{9CC5FC65-3BAF-4985-894F-1FF62BC20354}"/>
          </ac:spMkLst>
        </pc:spChg>
      </pc:sldChg>
      <pc:sldChg chg="add">
        <pc:chgData name="Wilbur Chen" userId="S::chenw53@basfad.basf.net::56657e19-2ef8-42d3-90b5-baf002d0662d" providerId="AD" clId="Web-{AE0B8FF0-3987-F234-C47A-FC475A6815A1}" dt="2026-09-14T05:04:14.083" v="1"/>
        <pc:sldMkLst>
          <pc:docMk/>
          <pc:sldMk cId="362092144" sldId="2147481795"/>
        </pc:sldMkLst>
      </pc:sldChg>
      <pc:sldChg chg="add">
        <pc:chgData name="Wilbur Chen" userId="S::chenw53@basfad.basf.net::56657e19-2ef8-42d3-90b5-baf002d0662d" providerId="AD" clId="Web-{AE0B8FF0-3987-F234-C47A-FC475A6815A1}" dt="2026-09-14T05:04:14.036" v="0"/>
        <pc:sldMkLst>
          <pc:docMk/>
          <pc:sldMk cId="1595220184" sldId="2147481838"/>
        </pc:sldMkLst>
      </pc:sldChg>
      <pc:sldChg chg="add">
        <pc:chgData name="Wilbur Chen" userId="S::chenw53@basfad.basf.net::56657e19-2ef8-42d3-90b5-baf002d0662d" providerId="AD" clId="Web-{AE0B8FF0-3987-F234-C47A-FC475A6815A1}" dt="2026-09-14T05:04:14.349" v="2"/>
        <pc:sldMkLst>
          <pc:docMk/>
          <pc:sldMk cId="1571399296" sldId="2147481839"/>
        </pc:sldMkLst>
      </pc:sldChg>
    </pc:docChg>
  </pc:docChgLst>
  <pc:docChgLst>
    <pc:chgData name="Akihiko Miyao" userId="S::miyaoa@basfad.basf.net::a08fa556-b8b2-4420-a0dc-ac6f7869cdb4" providerId="AD" clId="Web-{3720D111-1C38-3DD8-78B2-2D00D6F1090F}"/>
    <pc:docChg chg="modSld">
      <pc:chgData name="Akihiko Miyao" userId="S::miyaoa@basfad.basf.net::a08fa556-b8b2-4420-a0dc-ac6f7869cdb4" providerId="AD" clId="Web-{3720D111-1C38-3DD8-78B2-2D00D6F1090F}" dt="2026-09-14T06:42:27.126" v="2" actId="20577"/>
      <pc:docMkLst>
        <pc:docMk/>
      </pc:docMkLst>
      <pc:sldChg chg="modSp">
        <pc:chgData name="Akihiko Miyao" userId="S::miyaoa@basfad.basf.net::a08fa556-b8b2-4420-a0dc-ac6f7869cdb4" providerId="AD" clId="Web-{3720D111-1C38-3DD8-78B2-2D00D6F1090F}" dt="2026-09-14T06:42:27.126" v="2" actId="20577"/>
        <pc:sldMkLst>
          <pc:docMk/>
          <pc:sldMk cId="1046567352" sldId="2147481796"/>
        </pc:sldMkLst>
        <pc:spChg chg="mod">
          <ac:chgData name="Akihiko Miyao" userId="S::miyaoa@basfad.basf.net::a08fa556-b8b2-4420-a0dc-ac6f7869cdb4" providerId="AD" clId="Web-{3720D111-1C38-3DD8-78B2-2D00D6F1090F}" dt="2026-09-14T06:42:27.126" v="2" actId="20577"/>
          <ac:spMkLst>
            <pc:docMk/>
            <pc:sldMk cId="1046567352" sldId="2147481796"/>
            <ac:spMk id="5" creationId="{99BAD486-6E13-FE3C-FA80-A772322F2533}"/>
          </ac:spMkLst>
        </pc:spChg>
      </pc:sldChg>
    </pc:docChg>
  </pc:docChgLst>
  <pc:docChgLst>
    <pc:chgData name="Bo En DAI" userId="05b5fb71-eebe-44f8-b2e8-fa43308961a4" providerId="ADAL" clId="{0BCDC2C3-4E9D-490A-AA2C-CABE833683CB}"/>
    <pc:docChg chg="undo custSel modSld">
      <pc:chgData name="Bo En DAI" userId="05b5fb71-eebe-44f8-b2e8-fa43308961a4" providerId="ADAL" clId="{0BCDC2C3-4E9D-490A-AA2C-CABE833683CB}" dt="2026-09-11T05:52:02.033" v="1862" actId="20577"/>
      <pc:docMkLst>
        <pc:docMk/>
      </pc:docMkLst>
      <pc:sldChg chg="addSp delSp modSp mod">
        <pc:chgData name="Bo En DAI" userId="05b5fb71-eebe-44f8-b2e8-fa43308961a4" providerId="ADAL" clId="{0BCDC2C3-4E9D-490A-AA2C-CABE833683CB}" dt="2026-09-11T05:52:02.033" v="1862" actId="20577"/>
        <pc:sldMkLst>
          <pc:docMk/>
          <pc:sldMk cId="2574921221" sldId="2076137059"/>
        </pc:sldMkLst>
        <pc:spChg chg="mod">
          <ac:chgData name="Bo En DAI" userId="05b5fb71-eebe-44f8-b2e8-fa43308961a4" providerId="ADAL" clId="{0BCDC2C3-4E9D-490A-AA2C-CABE833683CB}" dt="2026-09-11T05:52:02.033" v="1862" actId="20577"/>
          <ac:spMkLst>
            <pc:docMk/>
            <pc:sldMk cId="2574921221" sldId="2076137059"/>
            <ac:spMk id="17" creationId="{245A7964-9E5B-A155-DD0B-D22FB9BF8215}"/>
          </ac:spMkLst>
        </pc:spChg>
      </pc:sldChg>
      <pc:sldChg chg="addSp delSp modSp mod">
        <pc:chgData name="Bo En DAI" userId="05b5fb71-eebe-44f8-b2e8-fa43308961a4" providerId="ADAL" clId="{0BCDC2C3-4E9D-490A-AA2C-CABE833683CB}" dt="2026-09-11T05:47:56.122" v="1510" actId="20577"/>
        <pc:sldMkLst>
          <pc:docMk/>
          <pc:sldMk cId="953259096" sldId="2147481818"/>
        </pc:sldMkLst>
        <pc:spChg chg="mod">
          <ac:chgData name="Bo En DAI" userId="05b5fb71-eebe-44f8-b2e8-fa43308961a4" providerId="ADAL" clId="{0BCDC2C3-4E9D-490A-AA2C-CABE833683CB}" dt="2026-09-11T05:47:56.122" v="1510" actId="20577"/>
          <ac:spMkLst>
            <pc:docMk/>
            <pc:sldMk cId="953259096" sldId="2147481818"/>
            <ac:spMk id="10" creationId="{32D06909-73CD-4301-F439-75FA2E990E3E}"/>
          </ac:spMkLst>
        </pc:spChg>
      </pc:sldChg>
    </pc:docChg>
  </pc:docChgLst>
  <pc:docChgLst>
    <pc:chgData name="Mu JIANG" userId="64ad1e29-7a74-40ae-8d85-bb5ba1affd60" providerId="ADAL" clId="{B97F23F6-32AA-45FA-876C-7C79A4791E0D}"/>
    <pc:docChg chg="custSel addSld delSld modSld modSection">
      <pc:chgData name="Mu JIANG" userId="64ad1e29-7a74-40ae-8d85-bb5ba1affd60" providerId="ADAL" clId="{B97F23F6-32AA-45FA-876C-7C79A4791E0D}" dt="2026-09-09T04:40:53.031" v="20" actId="20577"/>
      <pc:docMkLst>
        <pc:docMk/>
      </pc:docMkLst>
      <pc:sldChg chg="addSp delSp modSp mod">
        <pc:chgData name="Mu JIANG" userId="64ad1e29-7a74-40ae-8d85-bb5ba1affd60" providerId="ADAL" clId="{B97F23F6-32AA-45FA-876C-7C79A4791E0D}" dt="2026-09-09T04:39:50.782" v="19" actId="20577"/>
        <pc:sldMkLst>
          <pc:docMk/>
          <pc:sldMk cId="3143120759" sldId="2147481790"/>
        </pc:sldMkLst>
        <pc:spChg chg="add mod">
          <ac:chgData name="Mu JIANG" userId="64ad1e29-7a74-40ae-8d85-bb5ba1affd60" providerId="ADAL" clId="{B97F23F6-32AA-45FA-876C-7C79A4791E0D}" dt="2026-09-09T04:39:50.782" v="19" actId="20577"/>
          <ac:spMkLst>
            <pc:docMk/>
            <pc:sldMk cId="3143120759" sldId="2147481790"/>
            <ac:spMk id="6" creationId="{6DF4D37E-964D-4088-97F1-F09897908197}"/>
          </ac:spMkLst>
        </pc:spChg>
      </pc:sldChg>
      <pc:sldChg chg="modSp add mod">
        <pc:chgData name="Mu JIANG" userId="64ad1e29-7a74-40ae-8d85-bb5ba1affd60" providerId="ADAL" clId="{B97F23F6-32AA-45FA-876C-7C79A4791E0D}" dt="2026-09-09T04:40:53.031" v="20" actId="20577"/>
        <pc:sldMkLst>
          <pc:docMk/>
          <pc:sldMk cId="2290227869" sldId="2147481837"/>
        </pc:sldMkLst>
        <pc:graphicFrameChg chg="modGraphic">
          <ac:chgData name="Mu JIANG" userId="64ad1e29-7a74-40ae-8d85-bb5ba1affd60" providerId="ADAL" clId="{B97F23F6-32AA-45FA-876C-7C79A4791E0D}" dt="2026-09-09T04:40:53.031" v="20" actId="20577"/>
          <ac:graphicFrameMkLst>
            <pc:docMk/>
            <pc:sldMk cId="2290227869" sldId="2147481837"/>
            <ac:graphicFrameMk id="8" creationId="{6EE76029-7AF6-81B0-3E62-AB8058088648}"/>
          </ac:graphicFrameMkLst>
        </pc:graphicFrameChg>
      </pc:sldChg>
    </pc:docChg>
  </pc:docChgLst>
  <pc:docChgLst>
    <pc:chgData name="Mu JIANG" userId="S::jiangm7@basfad.basf.net::64ad1e29-7a74-40ae-8d85-bb5ba1affd60" providerId="AD" clId="Web-{5C717BDB-9557-08D8-6088-DEA1977FE002}"/>
    <pc:docChg chg="modSld">
      <pc:chgData name="Mu JIANG" userId="S::jiangm7@basfad.basf.net::64ad1e29-7a74-40ae-8d85-bb5ba1affd60" providerId="AD" clId="Web-{5C717BDB-9557-08D8-6088-DEA1977FE002}" dt="2026-09-13T12:22:45.389" v="118" actId="20577"/>
      <pc:docMkLst>
        <pc:docMk/>
      </pc:docMkLst>
      <pc:sldChg chg="modSp">
        <pc:chgData name="Mu JIANG" userId="S::jiangm7@basfad.basf.net::64ad1e29-7a74-40ae-8d85-bb5ba1affd60" providerId="AD" clId="Web-{5C717BDB-9557-08D8-6088-DEA1977FE002}" dt="2026-09-13T12:22:45.389" v="118" actId="20577"/>
        <pc:sldMkLst>
          <pc:docMk/>
          <pc:sldMk cId="3143120759" sldId="2147481790"/>
        </pc:sldMkLst>
        <pc:spChg chg="mod">
          <ac:chgData name="Mu JIANG" userId="S::jiangm7@basfad.basf.net::64ad1e29-7a74-40ae-8d85-bb5ba1affd60" providerId="AD" clId="Web-{5C717BDB-9557-08D8-6088-DEA1977FE002}" dt="2026-09-13T12:22:45.389" v="118" actId="20577"/>
          <ac:spMkLst>
            <pc:docMk/>
            <pc:sldMk cId="3143120759" sldId="2147481790"/>
            <ac:spMk id="6" creationId="{6DF4D37E-964D-4088-97F1-F09897908197}"/>
          </ac:spMkLst>
        </pc:spChg>
      </pc:sldChg>
    </pc:docChg>
  </pc:docChgLst>
  <pc:docChgLst>
    <pc:chgData name="Mu JIANG" userId="S::jiangm7@basfad.basf.net::64ad1e29-7a74-40ae-8d85-bb5ba1affd60" providerId="AD" clId="Web-{6539EC62-D08E-BEEC-FDF6-F077033C3AA5}"/>
    <pc:docChg chg="addSld delSld modSld modSection">
      <pc:chgData name="Mu JIANG" userId="S::jiangm7@basfad.basf.net::64ad1e29-7a74-40ae-8d85-bb5ba1affd60" providerId="AD" clId="Web-{6539EC62-D08E-BEEC-FDF6-F077033C3AA5}" dt="2026-09-10T08:25:14.822" v="7"/>
      <pc:docMkLst>
        <pc:docMk/>
      </pc:docMkLst>
      <pc:sldChg chg="add del">
        <pc:chgData name="Mu JIANG" userId="S::jiangm7@basfad.basf.net::64ad1e29-7a74-40ae-8d85-bb5ba1affd60" providerId="AD" clId="Web-{6539EC62-D08E-BEEC-FDF6-F077033C3AA5}" dt="2026-09-10T08:24:33.788" v="2"/>
        <pc:sldMkLst>
          <pc:docMk/>
          <pc:sldMk cId="715670505" sldId="2147481823"/>
        </pc:sldMkLst>
      </pc:sldChg>
      <pc:sldChg chg="add del">
        <pc:chgData name="Mu JIANG" userId="S::jiangm7@basfad.basf.net::64ad1e29-7a74-40ae-8d85-bb5ba1affd60" providerId="AD" clId="Web-{6539EC62-D08E-BEEC-FDF6-F077033C3AA5}" dt="2026-09-10T08:24:34.054" v="3"/>
        <pc:sldMkLst>
          <pc:docMk/>
          <pc:sldMk cId="1930983381" sldId="2147481824"/>
        </pc:sldMkLst>
      </pc:sldChg>
      <pc:sldChg chg="modSp">
        <pc:chgData name="Mu JIANG" userId="S::jiangm7@basfad.basf.net::64ad1e29-7a74-40ae-8d85-bb5ba1affd60" providerId="AD" clId="Web-{6539EC62-D08E-BEEC-FDF6-F077033C3AA5}" dt="2026-09-10T08:25:14.822" v="7"/>
        <pc:sldMkLst>
          <pc:docMk/>
          <pc:sldMk cId="2290227869" sldId="2147481837"/>
        </pc:sldMkLst>
        <pc:graphicFrameChg chg="mod modGraphic">
          <ac:chgData name="Mu JIANG" userId="S::jiangm7@basfad.basf.net::64ad1e29-7a74-40ae-8d85-bb5ba1affd60" providerId="AD" clId="Web-{6539EC62-D08E-BEEC-FDF6-F077033C3AA5}" dt="2026-09-10T08:25:14.822" v="7"/>
          <ac:graphicFrameMkLst>
            <pc:docMk/>
            <pc:sldMk cId="2290227869" sldId="2147481837"/>
            <ac:graphicFrameMk id="8" creationId="{6EE76029-7AF6-81B0-3E62-AB8058088648}"/>
          </ac:graphicFrameMkLst>
        </pc:graphicFrameChg>
      </pc:sldChg>
    </pc:docChg>
  </pc:docChgLst>
  <pc:docChgLst>
    <pc:chgData name="Mu JIANG" userId="S::jiangm7@basfad.basf.net::64ad1e29-7a74-40ae-8d85-bb5ba1affd60" providerId="AD" clId="Web-{E33F6990-1711-9B13-3631-36E1A9793101}"/>
    <pc:docChg chg="modSld">
      <pc:chgData name="Mu JIANG" userId="S::jiangm7@basfad.basf.net::64ad1e29-7a74-40ae-8d85-bb5ba1affd60" providerId="AD" clId="Web-{E33F6990-1711-9B13-3631-36E1A9793101}" dt="2026-09-14T04:47:40.097" v="33" actId="20577"/>
      <pc:docMkLst>
        <pc:docMk/>
      </pc:docMkLst>
      <pc:sldChg chg="addSp delSp modSp">
        <pc:chgData name="Mu JIANG" userId="S::jiangm7@basfad.basf.net::64ad1e29-7a74-40ae-8d85-bb5ba1affd60" providerId="AD" clId="Web-{E33F6990-1711-9B13-3631-36E1A9793101}" dt="2026-09-14T04:47:40.097" v="33" actId="20577"/>
        <pc:sldMkLst>
          <pc:docMk/>
          <pc:sldMk cId="3143120759" sldId="2147481790"/>
        </pc:sldMkLst>
        <pc:spChg chg="mod">
          <ac:chgData name="Mu JIANG" userId="S::jiangm7@basfad.basf.net::64ad1e29-7a74-40ae-8d85-bb5ba1affd60" providerId="AD" clId="Web-{E33F6990-1711-9B13-3631-36E1A9793101}" dt="2026-09-14T04:47:40.097" v="33" actId="20577"/>
          <ac:spMkLst>
            <pc:docMk/>
            <pc:sldMk cId="3143120759" sldId="2147481790"/>
            <ac:spMk id="6" creationId="{6DF4D37E-964D-4088-97F1-F09897908197}"/>
          </ac:spMkLst>
        </pc:spChg>
      </pc:sldChg>
    </pc:docChg>
  </pc:docChgLst>
  <pc:docChgLst>
    <pc:chgData name="Akihiko Miyao" userId="S::miyaoa@basfad.basf.net::a08fa556-b8b2-4420-a0dc-ac6f7869cdb4" providerId="AD" clId="Web-{A09CC4E6-042A-26DD-2634-620377FC5368}"/>
    <pc:docChg chg="modSld">
      <pc:chgData name="Akihiko Miyao" userId="S::miyaoa@basfad.basf.net::a08fa556-b8b2-4420-a0dc-ac6f7869cdb4" providerId="AD" clId="Web-{A09CC4E6-042A-26DD-2634-620377FC5368}" dt="2026-09-14T05:57:19.764" v="33" actId="20577"/>
      <pc:docMkLst>
        <pc:docMk/>
      </pc:docMkLst>
      <pc:sldChg chg="modSp">
        <pc:chgData name="Akihiko Miyao" userId="S::miyaoa@basfad.basf.net::a08fa556-b8b2-4420-a0dc-ac6f7869cdb4" providerId="AD" clId="Web-{A09CC4E6-042A-26DD-2634-620377FC5368}" dt="2026-09-14T05:57:19.764" v="33" actId="20577"/>
        <pc:sldMkLst>
          <pc:docMk/>
          <pc:sldMk cId="1046567352" sldId="2147481796"/>
        </pc:sldMkLst>
        <pc:spChg chg="mod">
          <ac:chgData name="Akihiko Miyao" userId="S::miyaoa@basfad.basf.net::a08fa556-b8b2-4420-a0dc-ac6f7869cdb4" providerId="AD" clId="Web-{A09CC4E6-042A-26DD-2634-620377FC5368}" dt="2026-09-14T05:57:19.764" v="33" actId="20577"/>
          <ac:spMkLst>
            <pc:docMk/>
            <pc:sldMk cId="1046567352" sldId="2147481796"/>
            <ac:spMk id="5" creationId="{99BAD486-6E13-FE3C-FA80-A772322F2533}"/>
          </ac:spMkLst>
        </pc:spChg>
      </pc:sldChg>
    </pc:docChg>
  </pc:docChgLst>
  <pc:docChgLst>
    <pc:chgData name="Bo En Dai" userId="05b5fb71-eebe-44f8-b2e8-fa43308961a4" providerId="ADAL" clId="{0BCDC2C3-4E9D-490A-AA2C-CABE833683CB}"/>
    <pc:docChg chg="modSld">
      <pc:chgData name="Bo En Dai" userId="05b5fb71-eebe-44f8-b2e8-fa43308961a4" providerId="ADAL" clId="{0BCDC2C3-4E9D-490A-AA2C-CABE833683CB}" dt="2026-09-14T06:48:43" v="37" actId="20577"/>
      <pc:docMkLst>
        <pc:docMk/>
      </pc:docMkLst>
      <pc:sldChg chg="modNotesTx">
        <pc:chgData name="Bo En Dai" userId="05b5fb71-eebe-44f8-b2e8-fa43308961a4" providerId="ADAL" clId="{0BCDC2C3-4E9D-490A-AA2C-CABE833683CB}" dt="2026-09-14T06:48:43" v="37" actId="20577"/>
        <pc:sldMkLst>
          <pc:docMk/>
          <pc:sldMk cId="953259096" sldId="2147481818"/>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percentStacked"/>
        <c:varyColors val="0"/>
        <c:ser>
          <c:idx val="0"/>
          <c:order val="0"/>
          <c:spPr>
            <a:solidFill>
              <a:srgbClr val="0074CD"/>
            </a:solidFill>
            <a:ln>
              <a:noFill/>
            </a:ln>
            <a:effectLst/>
          </c:spPr>
          <c:invertIfNegative val="0"/>
          <c:dLbls>
            <c:spPr>
              <a:noFill/>
              <a:ln>
                <a:noFill/>
              </a:ln>
              <a:effectLst/>
            </c:spPr>
            <c:txPr>
              <a:bodyPr rot="0" spcFirstLastPara="1" vertOverflow="ellipsis" vert="horz" wrap="square" anchor="ctr" anchorCtr="1"/>
              <a:lstStyle/>
              <a:p>
                <a:pPr>
                  <a:defRPr lang="ja-JP" sz="1000" b="1" i="0" u="none" strike="noStrike" kern="1200" baseline="0">
                    <a:solidFill>
                      <a:schemeClr val="bg1"/>
                    </a:solidFill>
                    <a:latin typeface="Calibri" panose="020F0502020204030204" pitchFamily="34" charset="0"/>
                    <a:ea typeface="Calibri" panose="020F0502020204030204" pitchFamily="34" charset="0"/>
                    <a:cs typeface="Calibri" panose="020F0502020204030204" pitchFamily="34" charset="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c:f>
              <c:numCache>
                <c:formatCode>0%</c:formatCode>
                <c:ptCount val="1"/>
                <c:pt idx="0">
                  <c:v>0.46710000000000002</c:v>
                </c:pt>
              </c:numCache>
            </c:numRef>
          </c:val>
          <c:extLst>
            <c:ext xmlns:c16="http://schemas.microsoft.com/office/drawing/2014/chart" uri="{C3380CC4-5D6E-409C-BE32-E72D297353CC}">
              <c16:uniqueId val="{00000000-FBE3-4A21-AB9E-A5EFD8331F6D}"/>
            </c:ext>
          </c:extLst>
        </c:ser>
        <c:ser>
          <c:idx val="2"/>
          <c:order val="1"/>
          <c:spPr>
            <a:solidFill>
              <a:srgbClr val="FF0000"/>
            </a:solidFill>
            <a:ln>
              <a:noFill/>
            </a:ln>
            <a:effectLst/>
          </c:spPr>
          <c:invertIfNegative val="0"/>
          <c:dLbls>
            <c:dLbl>
              <c:idx val="0"/>
              <c:layout>
                <c:manualLayout>
                  <c:x val="-8.4198265240345058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DD6-452F-B711-DE72F1C1C2D1}"/>
                </c:ext>
              </c:extLst>
            </c:dLbl>
            <c:spPr>
              <a:solidFill>
                <a:srgbClr val="FF0000"/>
              </a:solidFill>
              <a:ln>
                <a:noFill/>
              </a:ln>
              <a:effectLst/>
            </c:spPr>
            <c:txPr>
              <a:bodyPr rot="0" spcFirstLastPara="1" vertOverflow="ellipsis" vert="horz" wrap="square" anchor="ctr" anchorCtr="1"/>
              <a:lstStyle/>
              <a:p>
                <a:pPr>
                  <a:defRPr lang="ja-JP" sz="1000" b="1" i="0" u="none" strike="noStrike" kern="1200" baseline="0">
                    <a:solidFill>
                      <a:schemeClr val="bg1"/>
                    </a:solidFill>
                    <a:latin typeface="Calibri" panose="020F0502020204030204" pitchFamily="34" charset="0"/>
                    <a:ea typeface="Calibri" panose="020F0502020204030204" pitchFamily="34" charset="0"/>
                    <a:cs typeface="Calibri" panose="020F0502020204030204" pitchFamily="34" charset="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f>
              <c:numCache>
                <c:formatCode>0%</c:formatCode>
                <c:ptCount val="1"/>
                <c:pt idx="0">
                  <c:v>4.9000000000000002E-2</c:v>
                </c:pt>
              </c:numCache>
            </c:numRef>
          </c:val>
          <c:extLst>
            <c:ext xmlns:c16="http://schemas.microsoft.com/office/drawing/2014/chart" uri="{C3380CC4-5D6E-409C-BE32-E72D297353CC}">
              <c16:uniqueId val="{00000001-FBE3-4A21-AB9E-A5EFD8331F6D}"/>
            </c:ext>
          </c:extLst>
        </c:ser>
        <c:ser>
          <c:idx val="3"/>
          <c:order val="2"/>
          <c:spPr>
            <a:solidFill>
              <a:srgbClr val="FFC000"/>
            </a:solidFill>
            <a:ln>
              <a:noFill/>
            </a:ln>
            <a:effectLst/>
          </c:spPr>
          <c:invertIfNegative val="0"/>
          <c:dLbls>
            <c:dLbl>
              <c:idx val="0"/>
              <c:layout>
                <c:manualLayout>
                  <c:x val="6.4767896338726325E-3"/>
                  <c:y val="4.553755288362071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DD6-452F-B711-DE72F1C1C2D1}"/>
                </c:ext>
              </c:extLst>
            </c:dLbl>
            <c:spPr>
              <a:noFill/>
              <a:ln>
                <a:noFill/>
              </a:ln>
              <a:effectLst/>
            </c:spPr>
            <c:txPr>
              <a:bodyPr rot="0" spcFirstLastPara="1" vertOverflow="ellipsis" vert="horz" wrap="square" anchor="ctr" anchorCtr="1"/>
              <a:lstStyle/>
              <a:p>
                <a:pPr>
                  <a:defRPr lang="ja-JP" sz="10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c:f>
              <c:numCache>
                <c:formatCode>0%</c:formatCode>
                <c:ptCount val="1"/>
                <c:pt idx="0">
                  <c:v>0.11409999999999999</c:v>
                </c:pt>
              </c:numCache>
            </c:numRef>
          </c:val>
          <c:extLst>
            <c:ext xmlns:c16="http://schemas.microsoft.com/office/drawing/2014/chart" uri="{C3380CC4-5D6E-409C-BE32-E72D297353CC}">
              <c16:uniqueId val="{00000002-FBE3-4A21-AB9E-A5EFD8331F6D}"/>
            </c:ext>
          </c:extLst>
        </c:ser>
        <c:ser>
          <c:idx val="4"/>
          <c:order val="3"/>
          <c:spPr>
            <a:solidFill>
              <a:srgbClr val="C5E0B4"/>
            </a:solidFill>
            <a:ln>
              <a:noFill/>
            </a:ln>
            <a:effectLst/>
          </c:spPr>
          <c:invertIfNegative val="0"/>
          <c:dPt>
            <c:idx val="0"/>
            <c:invertIfNegative val="0"/>
            <c:bubble3D val="0"/>
            <c:spPr>
              <a:solidFill>
                <a:srgbClr val="C5E0B4"/>
              </a:solidFill>
              <a:ln>
                <a:noFill/>
              </a:ln>
              <a:effectLst/>
            </c:spPr>
            <c:extLst>
              <c:ext xmlns:c16="http://schemas.microsoft.com/office/drawing/2014/chart" uri="{C3380CC4-5D6E-409C-BE32-E72D297353CC}">
                <c16:uniqueId val="{00000001-B50C-48D9-82F6-C0F4FD4A5EB6}"/>
              </c:ext>
            </c:extLst>
          </c:dPt>
          <c:dLbls>
            <c:dLbl>
              <c:idx val="0"/>
              <c:layout>
                <c:manualLayout>
                  <c:x val="-0.10362863414196306"/>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50C-48D9-82F6-C0F4FD4A5EB6}"/>
                </c:ext>
              </c:extLst>
            </c:dLbl>
            <c:spPr>
              <a:solidFill>
                <a:srgbClr val="C5E0B4"/>
              </a:solidFill>
              <a:ln>
                <a:noFill/>
              </a:ln>
              <a:effectLst/>
            </c:spPr>
            <c:txPr>
              <a:bodyPr rot="0" spcFirstLastPara="1" vertOverflow="ellipsis" vert="horz" wrap="square" anchor="ctr" anchorCtr="1"/>
              <a:lstStyle/>
              <a:p>
                <a:pPr>
                  <a:defRPr lang="ja-JP" sz="10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c:f>
              <c:numCache>
                <c:formatCode>0%</c:formatCode>
                <c:ptCount val="1"/>
                <c:pt idx="0">
                  <c:v>2.69E-2</c:v>
                </c:pt>
              </c:numCache>
            </c:numRef>
          </c:val>
          <c:extLst>
            <c:ext xmlns:c16="http://schemas.microsoft.com/office/drawing/2014/chart" uri="{C3380CC4-5D6E-409C-BE32-E72D297353CC}">
              <c16:uniqueId val="{00000003-FBE3-4A21-AB9E-A5EFD8331F6D}"/>
            </c:ext>
          </c:extLst>
        </c:ser>
        <c:ser>
          <c:idx val="5"/>
          <c:order val="4"/>
          <c:spPr>
            <a:solidFill>
              <a:srgbClr val="00B050"/>
            </a:solidFill>
            <a:ln>
              <a:noFill/>
            </a:ln>
            <a:effectLst/>
          </c:spPr>
          <c:invertIfNegative val="0"/>
          <c:dLbls>
            <c:dLbl>
              <c:idx val="0"/>
              <c:layout>
                <c:manualLayout>
                  <c:x val="0.10362863414196306"/>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BE3-4A21-AB9E-A5EFD8331F6D}"/>
                </c:ext>
              </c:extLst>
            </c:dLbl>
            <c:spPr>
              <a:solidFill>
                <a:srgbClr val="00B050"/>
              </a:solidFill>
              <a:ln>
                <a:noFill/>
              </a:ln>
              <a:effectLst/>
            </c:spPr>
            <c:txPr>
              <a:bodyPr rot="0" spcFirstLastPara="1" vertOverflow="ellipsis" vert="horz" wrap="square" anchor="ctr" anchorCtr="1"/>
              <a:lstStyle/>
              <a:p>
                <a:pPr>
                  <a:defRPr lang="ja-JP" sz="1000" b="1" i="0" u="none" strike="noStrike" kern="1200" baseline="0">
                    <a:solidFill>
                      <a:schemeClr val="bg1"/>
                    </a:solidFill>
                    <a:latin typeface="Calibri" panose="020F0502020204030204" pitchFamily="34" charset="0"/>
                    <a:ea typeface="Calibri" panose="020F0502020204030204" pitchFamily="34" charset="0"/>
                    <a:cs typeface="Calibri" panose="020F0502020204030204" pitchFamily="34" charset="0"/>
                  </a:defRPr>
                </a:pPr>
                <a:endParaRPr lang="zh-TW"/>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Sheet1!$F$2</c:f>
              <c:numCache>
                <c:formatCode>0%</c:formatCode>
                <c:ptCount val="1"/>
                <c:pt idx="0">
                  <c:v>0.34310000000000002</c:v>
                </c:pt>
              </c:numCache>
            </c:numRef>
          </c:val>
          <c:extLst>
            <c:ext xmlns:c16="http://schemas.microsoft.com/office/drawing/2014/chart" uri="{C3380CC4-5D6E-409C-BE32-E72D297353CC}">
              <c16:uniqueId val="{00000005-FBE3-4A21-AB9E-A5EFD8331F6D}"/>
            </c:ext>
          </c:extLst>
        </c:ser>
        <c:dLbls>
          <c:showLegendKey val="0"/>
          <c:showVal val="0"/>
          <c:showCatName val="0"/>
          <c:showSerName val="0"/>
          <c:showPercent val="0"/>
          <c:showBubbleSize val="0"/>
        </c:dLbls>
        <c:gapWidth val="150"/>
        <c:overlap val="100"/>
        <c:axId val="428896600"/>
        <c:axId val="428897584"/>
      </c:barChart>
      <c:catAx>
        <c:axId val="428896600"/>
        <c:scaling>
          <c:orientation val="minMax"/>
        </c:scaling>
        <c:delete val="1"/>
        <c:axPos val="b"/>
        <c:majorTickMark val="out"/>
        <c:minorTickMark val="none"/>
        <c:tickLblPos val="nextTo"/>
        <c:crossAx val="428897584"/>
        <c:crosses val="autoZero"/>
        <c:auto val="1"/>
        <c:lblAlgn val="ctr"/>
        <c:lblOffset val="100"/>
        <c:noMultiLvlLbl val="0"/>
      </c:catAx>
      <c:valAx>
        <c:axId val="428897584"/>
        <c:scaling>
          <c:orientation val="minMax"/>
          <c:max val="1"/>
          <c:min val="0"/>
        </c:scaling>
        <c:delete val="1"/>
        <c:axPos val="l"/>
        <c:numFmt formatCode="0%" sourceLinked="1"/>
        <c:majorTickMark val="out"/>
        <c:minorTickMark val="none"/>
        <c:tickLblPos val="nextTo"/>
        <c:crossAx val="4288966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baseline="0">
          <a:solidFill>
            <a:schemeClr val="bg1"/>
          </a:solidFill>
          <a:latin typeface="+mn-lt"/>
        </a:defRPr>
      </a:pPr>
      <a:endParaRPr lang="zh-TW"/>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1482005671485688E-2"/>
          <c:y val="5.009130817198279E-2"/>
          <c:w val="0.85703598865702857"/>
          <c:h val="0.89981738365603448"/>
        </c:manualLayout>
      </c:layout>
      <c:barChart>
        <c:barDir val="col"/>
        <c:grouping val="percentStacked"/>
        <c:varyColors val="0"/>
        <c:ser>
          <c:idx val="0"/>
          <c:order val="0"/>
          <c:spPr>
            <a:solidFill>
              <a:srgbClr val="0074CD"/>
            </a:solidFill>
            <a:ln>
              <a:noFill/>
            </a:ln>
            <a:effectLst/>
          </c:spPr>
          <c:invertIfNegative val="0"/>
          <c:dLbls>
            <c:dLbl>
              <c:idx val="0"/>
              <c:tx>
                <c:rich>
                  <a:bodyPr/>
                  <a:lstStyle/>
                  <a:p>
                    <a:fld id="{1CF0B1A6-81DA-4D7A-8698-201B0D1A8D3B}" type="VALUE">
                      <a:rPr lang="en-US" altLang="zh-CN">
                        <a:latin typeface="Calibri" panose="020F0502020204030204" pitchFamily="34" charset="0"/>
                        <a:cs typeface="Calibri" panose="020F0502020204030204" pitchFamily="34" charset="0"/>
                      </a:rPr>
                      <a:pPr/>
                      <a:t>[值]</a:t>
                    </a:fld>
                    <a:endParaRPr lang="zh-CN" alt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9D36-4A9E-82CE-94ECE63D1E78}"/>
                </c:ext>
              </c:extLst>
            </c:dLbl>
            <c:spPr>
              <a:noFill/>
              <a:ln>
                <a:noFill/>
              </a:ln>
              <a:effectLst/>
            </c:spPr>
            <c:txPr>
              <a:bodyPr rot="0" spcFirstLastPara="1" vertOverflow="ellipsis" vert="horz" wrap="square" anchor="ctr" anchorCtr="1"/>
              <a:lstStyle/>
              <a:p>
                <a:pPr>
                  <a:defRPr lang="ja-JP" sz="1000" b="1" i="0" u="none" strike="noStrike" kern="1200" baseline="0">
                    <a:solidFill>
                      <a:schemeClr val="bg1"/>
                    </a:solidFill>
                    <a:latin typeface="+mn-lt"/>
                    <a:ea typeface="+mn-ea"/>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c:f>
              <c:numCache>
                <c:formatCode>0%</c:formatCode>
                <c:ptCount val="1"/>
                <c:pt idx="0">
                  <c:v>0.68420000000000003</c:v>
                </c:pt>
              </c:numCache>
            </c:numRef>
          </c:val>
          <c:extLst>
            <c:ext xmlns:c16="http://schemas.microsoft.com/office/drawing/2014/chart" uri="{C3380CC4-5D6E-409C-BE32-E72D297353CC}">
              <c16:uniqueId val="{00000001-9D36-4A9E-82CE-94ECE63D1E78}"/>
            </c:ext>
          </c:extLst>
        </c:ser>
        <c:ser>
          <c:idx val="2"/>
          <c:order val="1"/>
          <c:spPr>
            <a:solidFill>
              <a:srgbClr val="FF0000"/>
            </a:solidFill>
            <a:ln>
              <a:noFill/>
            </a:ln>
            <a:effectLst/>
          </c:spPr>
          <c:invertIfNegative val="0"/>
          <c:dLbls>
            <c:dLbl>
              <c:idx val="0"/>
              <c:layout>
                <c:manualLayout>
                  <c:x val="-5.1986913215625957E-2"/>
                  <c:y val="4.5537552883620717E-3"/>
                </c:manualLayout>
              </c:layout>
              <c:spPr>
                <a:solidFill>
                  <a:srgbClr val="FF0000"/>
                </a:solidFill>
                <a:ln>
                  <a:noFill/>
                </a:ln>
                <a:effectLst/>
              </c:spPr>
              <c:txPr>
                <a:bodyPr rot="0" spcFirstLastPara="1" vertOverflow="ellipsis" vert="horz" wrap="square" anchor="ctr" anchorCtr="1"/>
                <a:lstStyle/>
                <a:p>
                  <a:pPr>
                    <a:defRPr lang="ja-JP" sz="1000" b="1" i="0" u="none" strike="noStrike" kern="1200" baseline="0">
                      <a:solidFill>
                        <a:schemeClr val="bg1"/>
                      </a:solidFill>
                      <a:latin typeface="Calibri" panose="020F0502020204030204" pitchFamily="34" charset="0"/>
                      <a:ea typeface="Calibri" panose="020F0502020204030204" pitchFamily="34" charset="0"/>
                      <a:cs typeface="Calibri" panose="020F0502020204030204" pitchFamily="34" charset="0"/>
                    </a:defRPr>
                  </a:pPr>
                  <a:endParaRPr lang="zh-TW"/>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054-4C29-88D2-4AC6FD54D359}"/>
                </c:ext>
              </c:extLst>
            </c:dLbl>
            <c:spPr>
              <a:noFill/>
              <a:ln>
                <a:noFill/>
              </a:ln>
              <a:effectLst/>
            </c:spPr>
            <c:txPr>
              <a:bodyPr rot="0" spcFirstLastPara="1" vertOverflow="ellipsis" vert="horz" wrap="square" anchor="ctr" anchorCtr="1"/>
              <a:lstStyle/>
              <a:p>
                <a:pPr>
                  <a:defRPr lang="ja-JP" sz="1000" b="1" i="0" u="none" strike="noStrike" kern="1200" baseline="0">
                    <a:solidFill>
                      <a:schemeClr val="bg1"/>
                    </a:solidFill>
                    <a:latin typeface="Calibri" panose="020F0502020204030204" pitchFamily="34" charset="0"/>
                    <a:ea typeface="Calibri" panose="020F0502020204030204" pitchFamily="34" charset="0"/>
                    <a:cs typeface="Calibri" panose="020F0502020204030204" pitchFamily="34" charset="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f>
              <c:numCache>
                <c:formatCode>0%</c:formatCode>
                <c:ptCount val="1"/>
                <c:pt idx="0">
                  <c:v>2.12E-2</c:v>
                </c:pt>
              </c:numCache>
            </c:numRef>
          </c:val>
          <c:extLst>
            <c:ext xmlns:c16="http://schemas.microsoft.com/office/drawing/2014/chart" uri="{C3380CC4-5D6E-409C-BE32-E72D297353CC}">
              <c16:uniqueId val="{00000002-9D36-4A9E-82CE-94ECE63D1E78}"/>
            </c:ext>
          </c:extLst>
        </c:ser>
        <c:ser>
          <c:idx val="3"/>
          <c:order val="2"/>
          <c:spPr>
            <a:solidFill>
              <a:srgbClr val="FFC000"/>
            </a:solidFill>
            <a:ln>
              <a:noFill/>
            </a:ln>
            <a:effectLst/>
          </c:spPr>
          <c:invertIfNegative val="0"/>
          <c:dLbls>
            <c:dLbl>
              <c:idx val="0"/>
              <c:layout>
                <c:manualLayout>
                  <c:x val="5.8485277367579198E-2"/>
                  <c:y val="-4.1742274599667473E-17"/>
                </c:manualLayout>
              </c:layout>
              <c:tx>
                <c:rich>
                  <a:bodyPr/>
                  <a:lstStyle/>
                  <a:p>
                    <a:fld id="{6A6187F8-B45A-4A86-8DFF-470857366E91}" type="VALUE">
                      <a:rPr lang="en-US" altLang="zh-CN">
                        <a:solidFill>
                          <a:schemeClr val="tx1"/>
                        </a:solidFill>
                      </a:rPr>
                      <a:pPr/>
                      <a:t>[值]</a:t>
                    </a:fld>
                    <a:endParaRPr lang="zh-CN" alt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4D15-490C-926F-1F49F98A1566}"/>
                </c:ext>
              </c:extLst>
            </c:dLbl>
            <c:spPr>
              <a:noFill/>
              <a:ln>
                <a:noFill/>
              </a:ln>
              <a:effectLst/>
            </c:spPr>
            <c:txPr>
              <a:bodyPr rot="0" spcFirstLastPara="1" vertOverflow="ellipsis" vert="horz" wrap="square" anchor="ctr" anchorCtr="1"/>
              <a:lstStyle/>
              <a:p>
                <a:pPr>
                  <a:defRPr lang="ja-JP" sz="1000" b="1" i="0" u="none" strike="noStrike" kern="1200" baseline="0">
                    <a:solidFill>
                      <a:schemeClr val="bg1"/>
                    </a:solidFill>
                    <a:latin typeface="Calibri" panose="020F0502020204030204" pitchFamily="34" charset="0"/>
                    <a:ea typeface="Calibri" panose="020F0502020204030204" pitchFamily="34" charset="0"/>
                    <a:cs typeface="Calibri" panose="020F0502020204030204" pitchFamily="34" charset="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c:f>
              <c:numCache>
                <c:formatCode>0%</c:formatCode>
                <c:ptCount val="1"/>
                <c:pt idx="0">
                  <c:v>0.1087</c:v>
                </c:pt>
              </c:numCache>
            </c:numRef>
          </c:val>
          <c:extLst>
            <c:ext xmlns:c16="http://schemas.microsoft.com/office/drawing/2014/chart" uri="{C3380CC4-5D6E-409C-BE32-E72D297353CC}">
              <c16:uniqueId val="{00000003-9D36-4A9E-82CE-94ECE63D1E78}"/>
            </c:ext>
          </c:extLst>
        </c:ser>
        <c:ser>
          <c:idx val="4"/>
          <c:order val="3"/>
          <c:spPr>
            <a:solidFill>
              <a:srgbClr val="C5E0B4"/>
            </a:solidFill>
            <a:ln>
              <a:noFill/>
            </a:ln>
            <a:effectLst/>
          </c:spPr>
          <c:invertIfNegative val="0"/>
          <c:dPt>
            <c:idx val="0"/>
            <c:invertIfNegative val="0"/>
            <c:bubble3D val="0"/>
            <c:spPr>
              <a:solidFill>
                <a:srgbClr val="C5E0B4"/>
              </a:solidFill>
              <a:ln>
                <a:noFill/>
              </a:ln>
              <a:effectLst/>
            </c:spPr>
            <c:extLst>
              <c:ext xmlns:c16="http://schemas.microsoft.com/office/drawing/2014/chart" uri="{C3380CC4-5D6E-409C-BE32-E72D297353CC}">
                <c16:uniqueId val="{00000001-9FA0-43A4-A5AE-376235E4BA8C}"/>
              </c:ext>
            </c:extLst>
          </c:dPt>
          <c:dLbls>
            <c:dLbl>
              <c:idx val="0"/>
              <c:layout>
                <c:manualLayout>
                  <c:x val="-5.1986913215625957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FA0-43A4-A5AE-376235E4BA8C}"/>
                </c:ext>
              </c:extLst>
            </c:dLbl>
            <c:spPr>
              <a:solidFill>
                <a:srgbClr val="C5E0B4"/>
              </a:solidFill>
              <a:ln>
                <a:noFill/>
              </a:ln>
              <a:effectLst/>
            </c:spPr>
            <c:txPr>
              <a:bodyPr rot="0" spcFirstLastPara="1" vertOverflow="ellipsis" vert="horz" wrap="square" anchor="ctr" anchorCtr="1"/>
              <a:lstStyle/>
              <a:p>
                <a:pPr>
                  <a:defRPr lang="ja-JP" sz="10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c:f>
              <c:numCache>
                <c:formatCode>0%</c:formatCode>
                <c:ptCount val="1"/>
                <c:pt idx="0">
                  <c:v>0</c:v>
                </c:pt>
              </c:numCache>
            </c:numRef>
          </c:val>
          <c:extLst>
            <c:ext xmlns:c16="http://schemas.microsoft.com/office/drawing/2014/chart" uri="{C3380CC4-5D6E-409C-BE32-E72D297353CC}">
              <c16:uniqueId val="{00000004-9D36-4A9E-82CE-94ECE63D1E78}"/>
            </c:ext>
          </c:extLst>
        </c:ser>
        <c:ser>
          <c:idx val="5"/>
          <c:order val="4"/>
          <c:spPr>
            <a:solidFill>
              <a:srgbClr val="00B050"/>
            </a:solidFill>
            <a:ln>
              <a:noFill/>
            </a:ln>
            <a:effectLst/>
          </c:spPr>
          <c:invertIfNegative val="0"/>
          <c:dLbls>
            <c:dLbl>
              <c:idx val="0"/>
              <c:layout>
                <c:manualLayout>
                  <c:x val="7.1482005671485688E-2"/>
                  <c:y val="-9.107510576724145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D36-4A9E-82CE-94ECE63D1E78}"/>
                </c:ext>
              </c:extLst>
            </c:dLbl>
            <c:spPr>
              <a:solidFill>
                <a:srgbClr val="00B050"/>
              </a:solidFill>
              <a:ln>
                <a:noFill/>
              </a:ln>
              <a:effectLst/>
            </c:spPr>
            <c:txPr>
              <a:bodyPr rot="0" spcFirstLastPara="1" vertOverflow="ellipsis" vert="horz" wrap="square" anchor="ctr" anchorCtr="0"/>
              <a:lstStyle/>
              <a:p>
                <a:pPr algn="ctr">
                  <a:defRPr lang="en-US" altLang="zh-CN" sz="1000" b="1" i="0" u="none" strike="noStrike" kern="1200" baseline="0">
                    <a:solidFill>
                      <a:schemeClr val="bg1"/>
                    </a:solidFill>
                    <a:latin typeface="Calibri" panose="020F0502020204030204" pitchFamily="34" charset="0"/>
                    <a:ea typeface="Calibri" panose="020F0502020204030204" pitchFamily="34" charset="0"/>
                    <a:cs typeface="Calibri" panose="020F0502020204030204" pitchFamily="34" charset="0"/>
                  </a:defRPr>
                </a:pPr>
                <a:endParaRPr lang="zh-TW"/>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Sheet1!$F$2</c:f>
              <c:numCache>
                <c:formatCode>0%</c:formatCode>
                <c:ptCount val="1"/>
                <c:pt idx="0">
                  <c:v>0.18609999999999999</c:v>
                </c:pt>
              </c:numCache>
            </c:numRef>
          </c:val>
          <c:extLst>
            <c:ext xmlns:c16="http://schemas.microsoft.com/office/drawing/2014/chart" uri="{C3380CC4-5D6E-409C-BE32-E72D297353CC}">
              <c16:uniqueId val="{00000006-9D36-4A9E-82CE-94ECE63D1E78}"/>
            </c:ext>
          </c:extLst>
        </c:ser>
        <c:dLbls>
          <c:showLegendKey val="0"/>
          <c:showVal val="0"/>
          <c:showCatName val="0"/>
          <c:showSerName val="0"/>
          <c:showPercent val="0"/>
          <c:showBubbleSize val="0"/>
        </c:dLbls>
        <c:gapWidth val="150"/>
        <c:overlap val="100"/>
        <c:axId val="428896600"/>
        <c:axId val="428897584"/>
      </c:barChart>
      <c:catAx>
        <c:axId val="428896600"/>
        <c:scaling>
          <c:orientation val="minMax"/>
        </c:scaling>
        <c:delete val="1"/>
        <c:axPos val="b"/>
        <c:majorTickMark val="out"/>
        <c:minorTickMark val="none"/>
        <c:tickLblPos val="nextTo"/>
        <c:crossAx val="428897584"/>
        <c:crosses val="autoZero"/>
        <c:auto val="1"/>
        <c:lblAlgn val="ctr"/>
        <c:lblOffset val="100"/>
        <c:noMultiLvlLbl val="0"/>
      </c:catAx>
      <c:valAx>
        <c:axId val="428897584"/>
        <c:scaling>
          <c:orientation val="minMax"/>
          <c:max val="1"/>
          <c:min val="0"/>
        </c:scaling>
        <c:delete val="1"/>
        <c:axPos val="l"/>
        <c:numFmt formatCode="0%" sourceLinked="1"/>
        <c:majorTickMark val="out"/>
        <c:minorTickMark val="none"/>
        <c:tickLblPos val="nextTo"/>
        <c:crossAx val="4288966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baseline="0">
          <a:solidFill>
            <a:schemeClr val="bg1"/>
          </a:solidFill>
          <a:latin typeface="+mn-lt"/>
        </a:defRPr>
      </a:pPr>
      <a:endParaRPr lang="zh-TW"/>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chemeClr val="tx2">
                <a:lumMod val="75000"/>
              </a:schemeClr>
            </a:solidFill>
            <a:ln>
              <a:noFill/>
            </a:ln>
            <a:effectLst/>
          </c:spPr>
          <c:invertIfNegative val="0"/>
          <c:dPt>
            <c:idx val="0"/>
            <c:invertIfNegative val="0"/>
            <c:bubble3D val="0"/>
            <c:spPr>
              <a:solidFill>
                <a:srgbClr val="035FA9">
                  <a:lumMod val="40000"/>
                  <a:lumOff val="60000"/>
                </a:srgbClr>
              </a:solidFill>
              <a:ln>
                <a:noFill/>
              </a:ln>
              <a:effectLst/>
            </c:spPr>
            <c:extLst>
              <c:ext xmlns:c16="http://schemas.microsoft.com/office/drawing/2014/chart" uri="{C3380CC4-5D6E-409C-BE32-E72D297353CC}">
                <c16:uniqueId val="{00000001-0621-4CD3-8235-1EDB176C95B7}"/>
              </c:ext>
            </c:extLst>
          </c:dPt>
          <c:cat>
            <c:strRef>
              <c:f>'PMT accum'!$D$55:$D$67</c:f>
              <c:strCache>
                <c:ptCount val="13"/>
                <c:pt idx="0">
                  <c:v>2025 Ave.</c:v>
                </c:pt>
                <c:pt idx="1">
                  <c:v>Jan</c:v>
                </c:pt>
                <c:pt idx="2">
                  <c:v>Feb</c:v>
                </c:pt>
                <c:pt idx="3">
                  <c:v>Mar</c:v>
                </c:pt>
                <c:pt idx="4">
                  <c:v>Apr</c:v>
                </c:pt>
                <c:pt idx="5">
                  <c:v>May</c:v>
                </c:pt>
                <c:pt idx="6">
                  <c:v>Jun</c:v>
                </c:pt>
                <c:pt idx="7">
                  <c:v>Jul</c:v>
                </c:pt>
                <c:pt idx="8">
                  <c:v>Aug</c:v>
                </c:pt>
                <c:pt idx="9">
                  <c:v>Sep</c:v>
                </c:pt>
                <c:pt idx="10">
                  <c:v>Oct</c:v>
                </c:pt>
                <c:pt idx="11">
                  <c:v>Nov</c:v>
                </c:pt>
                <c:pt idx="12">
                  <c:v>Dec</c:v>
                </c:pt>
              </c:strCache>
            </c:strRef>
          </c:cat>
          <c:val>
            <c:numRef>
              <c:f>'PMT accum'!$E$55:$E$67</c:f>
              <c:numCache>
                <c:formatCode>0.00_);[Red]\(0.00\)</c:formatCode>
                <c:ptCount val="13"/>
                <c:pt idx="0">
                  <c:v>1.9966666666666668</c:v>
                </c:pt>
                <c:pt idx="1">
                  <c:v>2.04</c:v>
                </c:pt>
                <c:pt idx="2">
                  <c:v>1.74</c:v>
                </c:pt>
                <c:pt idx="3">
                  <c:v>2.34</c:v>
                </c:pt>
                <c:pt idx="4">
                  <c:v>2.4700000000000002</c:v>
                </c:pt>
                <c:pt idx="5">
                  <c:v>2.5499999999999998</c:v>
                </c:pt>
                <c:pt idx="6">
                  <c:v>2.23</c:v>
                </c:pt>
                <c:pt idx="7">
                  <c:v>2.15</c:v>
                </c:pt>
                <c:pt idx="8">
                  <c:v>1.88</c:v>
                </c:pt>
              </c:numCache>
            </c:numRef>
          </c:val>
          <c:extLst>
            <c:ext xmlns:c16="http://schemas.microsoft.com/office/drawing/2014/chart" uri="{C3380CC4-5D6E-409C-BE32-E72D297353CC}">
              <c16:uniqueId val="{00000002-0621-4CD3-8235-1EDB176C95B7}"/>
            </c:ext>
          </c:extLst>
        </c:ser>
        <c:ser>
          <c:idx val="1"/>
          <c:order val="1"/>
          <c:spPr>
            <a:solidFill>
              <a:schemeClr val="accent6">
                <a:lumMod val="75000"/>
              </a:schemeClr>
            </a:solidFill>
            <a:ln>
              <a:noFill/>
            </a:ln>
            <a:effectLst/>
          </c:spPr>
          <c:invertIfNegative val="0"/>
          <c:cat>
            <c:strRef>
              <c:f>'PMT accum'!$D$55:$D$67</c:f>
              <c:strCache>
                <c:ptCount val="13"/>
                <c:pt idx="0">
                  <c:v>2025 Ave.</c:v>
                </c:pt>
                <c:pt idx="1">
                  <c:v>Jan</c:v>
                </c:pt>
                <c:pt idx="2">
                  <c:v>Feb</c:v>
                </c:pt>
                <c:pt idx="3">
                  <c:v>Mar</c:v>
                </c:pt>
                <c:pt idx="4">
                  <c:v>Apr</c:v>
                </c:pt>
                <c:pt idx="5">
                  <c:v>May</c:v>
                </c:pt>
                <c:pt idx="6">
                  <c:v>Jun</c:v>
                </c:pt>
                <c:pt idx="7">
                  <c:v>Jul</c:v>
                </c:pt>
                <c:pt idx="8">
                  <c:v>Aug</c:v>
                </c:pt>
                <c:pt idx="9">
                  <c:v>Sep</c:v>
                </c:pt>
                <c:pt idx="10">
                  <c:v>Oct</c:v>
                </c:pt>
                <c:pt idx="11">
                  <c:v>Nov</c:v>
                </c:pt>
                <c:pt idx="12">
                  <c:v>Dec</c:v>
                </c:pt>
              </c:strCache>
            </c:strRef>
          </c:cat>
          <c:val>
            <c:numRef>
              <c:f>'PMT accum'!$F$55:$F$67</c:f>
              <c:numCache>
                <c:formatCode>0.00_);[Red]\(0.00\)</c:formatCode>
                <c:ptCount val="13"/>
                <c:pt idx="1">
                  <c:v>2.0499999999999998</c:v>
                </c:pt>
                <c:pt idx="2">
                  <c:v>1.36</c:v>
                </c:pt>
                <c:pt idx="3">
                  <c:v>2.2200000000000002</c:v>
                </c:pt>
                <c:pt idx="4">
                  <c:v>1.96</c:v>
                </c:pt>
                <c:pt idx="5">
                  <c:v>2.33</c:v>
                </c:pt>
                <c:pt idx="6">
                  <c:v>2.4300000000000002</c:v>
                </c:pt>
                <c:pt idx="7">
                  <c:v>2.1</c:v>
                </c:pt>
                <c:pt idx="8">
                  <c:v>1.9</c:v>
                </c:pt>
                <c:pt idx="9">
                  <c:v>2.1</c:v>
                </c:pt>
                <c:pt idx="10">
                  <c:v>1.3</c:v>
                </c:pt>
                <c:pt idx="11">
                  <c:v>1.48</c:v>
                </c:pt>
              </c:numCache>
            </c:numRef>
          </c:val>
          <c:extLst>
            <c:ext xmlns:c16="http://schemas.microsoft.com/office/drawing/2014/chart" uri="{C3380CC4-5D6E-409C-BE32-E72D297353CC}">
              <c16:uniqueId val="{00000003-0621-4CD3-8235-1EDB176C95B7}"/>
            </c:ext>
          </c:extLst>
        </c:ser>
        <c:dLbls>
          <c:showLegendKey val="0"/>
          <c:showVal val="0"/>
          <c:showCatName val="0"/>
          <c:showSerName val="0"/>
          <c:showPercent val="0"/>
          <c:showBubbleSize val="0"/>
        </c:dLbls>
        <c:gapWidth val="171"/>
        <c:axId val="619894528"/>
        <c:axId val="619891000"/>
      </c:barChart>
      <c:lineChart>
        <c:grouping val="standard"/>
        <c:varyColors val="0"/>
        <c:ser>
          <c:idx val="2"/>
          <c:order val="2"/>
          <c:spPr>
            <a:ln w="28575" cap="rnd">
              <a:solidFill>
                <a:srgbClr val="00B050"/>
              </a:solidFill>
              <a:prstDash val="sysDash"/>
              <a:round/>
            </a:ln>
            <a:effectLst/>
          </c:spPr>
          <c:marker>
            <c:symbol val="none"/>
          </c:marker>
          <c:cat>
            <c:strRef>
              <c:f>'PMT accum'!$D$55:$D$67</c:f>
              <c:strCache>
                <c:ptCount val="13"/>
                <c:pt idx="0">
                  <c:v>2025 Ave.</c:v>
                </c:pt>
                <c:pt idx="1">
                  <c:v>Jan</c:v>
                </c:pt>
                <c:pt idx="2">
                  <c:v>Feb</c:v>
                </c:pt>
                <c:pt idx="3">
                  <c:v>Mar</c:v>
                </c:pt>
                <c:pt idx="4">
                  <c:v>Apr</c:v>
                </c:pt>
                <c:pt idx="5">
                  <c:v>May</c:v>
                </c:pt>
                <c:pt idx="6">
                  <c:v>Jun</c:v>
                </c:pt>
                <c:pt idx="7">
                  <c:v>Jul</c:v>
                </c:pt>
                <c:pt idx="8">
                  <c:v>Aug</c:v>
                </c:pt>
                <c:pt idx="9">
                  <c:v>Sep</c:v>
                </c:pt>
                <c:pt idx="10">
                  <c:v>Oct</c:v>
                </c:pt>
                <c:pt idx="11">
                  <c:v>Nov</c:v>
                </c:pt>
                <c:pt idx="12">
                  <c:v>Dec</c:v>
                </c:pt>
              </c:strCache>
            </c:strRef>
          </c:cat>
          <c:val>
            <c:numRef>
              <c:f>'PMT accum'!$G$55:$G$67</c:f>
              <c:numCache>
                <c:formatCode>0.00_);[Red]\(0.00\)</c:formatCode>
                <c:ptCount val="13"/>
                <c:pt idx="1">
                  <c:v>2.0920000000000001</c:v>
                </c:pt>
                <c:pt idx="2">
                  <c:v>1.917</c:v>
                </c:pt>
                <c:pt idx="3">
                  <c:v>2.0840000000000001</c:v>
                </c:pt>
                <c:pt idx="4" formatCode="0.00">
                  <c:v>1.9410000000000001</c:v>
                </c:pt>
                <c:pt idx="5" formatCode="0.00">
                  <c:v>2.0670000000000002</c:v>
                </c:pt>
                <c:pt idx="6" formatCode="0.00">
                  <c:v>2.024</c:v>
                </c:pt>
                <c:pt idx="7" formatCode="0.00">
                  <c:v>2.0920000000000001</c:v>
                </c:pt>
                <c:pt idx="8" formatCode="0.00">
                  <c:v>2.0670000000000002</c:v>
                </c:pt>
                <c:pt idx="9" formatCode="0.00">
                  <c:v>1.94</c:v>
                </c:pt>
                <c:pt idx="10" formatCode="0.00">
                  <c:v>2.0920000000000001</c:v>
                </c:pt>
                <c:pt idx="11" formatCode="0.00">
                  <c:v>1.651</c:v>
                </c:pt>
                <c:pt idx="12" formatCode="0.00">
                  <c:v>2.008</c:v>
                </c:pt>
              </c:numCache>
            </c:numRef>
          </c:val>
          <c:smooth val="0"/>
          <c:extLst>
            <c:ext xmlns:c16="http://schemas.microsoft.com/office/drawing/2014/chart" uri="{C3380CC4-5D6E-409C-BE32-E72D297353CC}">
              <c16:uniqueId val="{00000004-0621-4CD3-8235-1EDB176C95B7}"/>
            </c:ext>
          </c:extLst>
        </c:ser>
        <c:dLbls>
          <c:showLegendKey val="0"/>
          <c:showVal val="0"/>
          <c:showCatName val="0"/>
          <c:showSerName val="0"/>
          <c:showPercent val="0"/>
          <c:showBubbleSize val="0"/>
        </c:dLbls>
        <c:marker val="1"/>
        <c:smooth val="0"/>
        <c:axId val="619894528"/>
        <c:axId val="619891000"/>
      </c:lineChart>
      <c:catAx>
        <c:axId val="61989452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3180000" spcFirstLastPara="1" vertOverflow="ellipsis" wrap="square" anchor="ctr" anchorCtr="1"/>
          <a:lstStyle/>
          <a:p>
            <a:pPr>
              <a:defRPr lang="ja-JP" sz="700" b="1" i="0" u="none" strike="noStrike" kern="1200" baseline="0">
                <a:solidFill>
                  <a:sysClr val="windowText" lastClr="000000"/>
                </a:solidFill>
                <a:latin typeface="+mn-lt"/>
                <a:ea typeface="+mn-ea"/>
                <a:cs typeface="+mn-cs"/>
              </a:defRPr>
            </a:pPr>
            <a:endParaRPr lang="zh-TW"/>
          </a:p>
        </c:txPr>
        <c:crossAx val="619891000"/>
        <c:crosses val="autoZero"/>
        <c:auto val="1"/>
        <c:lblAlgn val="ctr"/>
        <c:lblOffset val="100"/>
        <c:noMultiLvlLbl val="0"/>
      </c:catAx>
      <c:valAx>
        <c:axId val="619891000"/>
        <c:scaling>
          <c:orientation val="minMax"/>
          <c:max val="2.7"/>
          <c:min val="0"/>
        </c:scaling>
        <c:delete val="0"/>
        <c:axPos val="l"/>
        <c:majorGridlines>
          <c:spPr>
            <a:ln w="9525" cap="flat" cmpd="sng" algn="ctr">
              <a:solidFill>
                <a:schemeClr val="accent1">
                  <a:lumMod val="40000"/>
                  <a:lumOff val="60000"/>
                </a:schemeClr>
              </a:solidFill>
              <a:round/>
            </a:ln>
            <a:effectLst/>
          </c:spPr>
        </c:majorGridlines>
        <c:numFmt formatCode="0.00_);[Red]\(0.00\)" sourceLinked="1"/>
        <c:majorTickMark val="none"/>
        <c:minorTickMark val="none"/>
        <c:tickLblPos val="nextTo"/>
        <c:spPr>
          <a:noFill/>
          <a:ln>
            <a:noFill/>
          </a:ln>
          <a:effectLst/>
        </c:spPr>
        <c:txPr>
          <a:bodyPr rot="-60000000" spcFirstLastPara="1" vertOverflow="ellipsis" vert="horz" wrap="square" anchor="ctr" anchorCtr="1"/>
          <a:lstStyle/>
          <a:p>
            <a:pPr>
              <a:defRPr lang="ja-JP" sz="800" b="1" i="0" u="none" strike="noStrike" kern="1200" baseline="0">
                <a:solidFill>
                  <a:sysClr val="windowText" lastClr="000000"/>
                </a:solidFill>
                <a:latin typeface="+mn-lt"/>
                <a:ea typeface="+mn-ea"/>
                <a:cs typeface="+mn-cs"/>
              </a:defRPr>
            </a:pPr>
            <a:endParaRPr lang="zh-TW"/>
          </a:p>
        </c:txPr>
        <c:crossAx val="619894528"/>
        <c:crosses val="autoZero"/>
        <c:crossBetween val="between"/>
        <c:majorUnit val="0.5"/>
        <c:minorUnit val="0.1"/>
      </c:valAx>
      <c:spPr>
        <a:noFill/>
        <a:ln>
          <a:noFill/>
        </a:ln>
        <a:effectLst/>
      </c:spPr>
    </c:plotArea>
    <c:plotVisOnly val="1"/>
    <c:dispBlanksAs val="gap"/>
    <c:showDLblsOverMax val="0"/>
  </c:chart>
  <c:spPr>
    <a:solidFill>
      <a:schemeClr val="bg1"/>
    </a:solidFill>
    <a:ln w="28575" cap="flat" cmpd="sng" algn="ctr">
      <a:solidFill>
        <a:srgbClr val="9BD4EB"/>
      </a:solidFill>
      <a:round/>
    </a:ln>
    <a:effectLst/>
  </c:spPr>
  <c:txPr>
    <a:bodyPr/>
    <a:lstStyle/>
    <a:p>
      <a:pPr>
        <a:defRPr/>
      </a:pPr>
      <a:endParaRPr lang="zh-TW"/>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percentStacked"/>
        <c:varyColors val="0"/>
        <c:ser>
          <c:idx val="0"/>
          <c:order val="0"/>
          <c:spPr>
            <a:solidFill>
              <a:srgbClr val="0074CD"/>
            </a:solidFill>
            <a:ln>
              <a:noFill/>
            </a:ln>
            <a:effectLst/>
          </c:spPr>
          <c:invertIfNegative val="0"/>
          <c:dLbls>
            <c:dLbl>
              <c:idx val="0"/>
              <c:layout>
                <c:manualLayout>
                  <c:x val="5.9567649928996322E-17"/>
                  <c:y val="-2.732253173017243E-2"/>
                </c:manualLayout>
              </c:layout>
              <c:tx>
                <c:rich>
                  <a:bodyPr/>
                  <a:lstStyle/>
                  <a:p>
                    <a:fld id="{1CF0B1A6-81DA-4D7A-8698-201B0D1A8D3B}" type="VALUE">
                      <a:rPr lang="en-US" altLang="zh-CN">
                        <a:latin typeface="Calibri" panose="020F0502020204030204" pitchFamily="34" charset="0"/>
                        <a:cs typeface="Calibri" panose="020F0502020204030204" pitchFamily="34" charset="0"/>
                      </a:rPr>
                      <a:pPr/>
                      <a:t>[值]</a:t>
                    </a:fld>
                    <a:endParaRPr lang="zh-CN" alt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CDA8-4A2B-9E05-D26986449D14}"/>
                </c:ext>
              </c:extLst>
            </c:dLbl>
            <c:spPr>
              <a:noFill/>
              <a:ln>
                <a:noFill/>
              </a:ln>
              <a:effectLst/>
            </c:spPr>
            <c:txPr>
              <a:bodyPr rot="0" spcFirstLastPara="1" vertOverflow="ellipsis" vert="horz" wrap="square" anchor="ctr" anchorCtr="1"/>
              <a:lstStyle/>
              <a:p>
                <a:pPr>
                  <a:defRPr lang="ja-JP" sz="1000" b="1" i="0" u="none" strike="noStrike" kern="1200" baseline="0">
                    <a:solidFill>
                      <a:schemeClr val="bg1"/>
                    </a:solidFill>
                    <a:latin typeface="+mn-lt"/>
                    <a:ea typeface="+mn-ea"/>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c:f>
              <c:numCache>
                <c:formatCode>0%</c:formatCode>
                <c:ptCount val="1"/>
                <c:pt idx="0">
                  <c:v>0.79520000000000002</c:v>
                </c:pt>
              </c:numCache>
            </c:numRef>
          </c:val>
          <c:extLst>
            <c:ext xmlns:c16="http://schemas.microsoft.com/office/drawing/2014/chart" uri="{C3380CC4-5D6E-409C-BE32-E72D297353CC}">
              <c16:uniqueId val="{00000001-CDA8-4A2B-9E05-D26986449D14}"/>
            </c:ext>
          </c:extLst>
        </c:ser>
        <c:ser>
          <c:idx val="2"/>
          <c:order val="1"/>
          <c:spPr>
            <a:solidFill>
              <a:srgbClr val="FF0000"/>
            </a:solidFill>
            <a:ln>
              <a:noFill/>
            </a:ln>
            <a:effectLst/>
          </c:spPr>
          <c:invertIfNegative val="0"/>
          <c:dLbls>
            <c:dLbl>
              <c:idx val="0"/>
              <c:layout>
                <c:manualLayout>
                  <c:x val="7.1482005671485688E-2"/>
                  <c:y val="9.1075105767241434E-3"/>
                </c:manualLayout>
              </c:layout>
              <c:spPr>
                <a:solidFill>
                  <a:srgbClr val="FF0000"/>
                </a:solidFill>
                <a:ln>
                  <a:noFill/>
                </a:ln>
                <a:effectLst/>
              </c:spPr>
              <c:txPr>
                <a:bodyPr rot="0" spcFirstLastPara="1" vertOverflow="ellipsis" vert="horz" wrap="square" anchor="ctr" anchorCtr="1"/>
                <a:lstStyle/>
                <a:p>
                  <a:pPr>
                    <a:defRPr lang="ja-JP" sz="1000" b="1" i="0" u="none" strike="noStrike" kern="1200" baseline="0">
                      <a:solidFill>
                        <a:schemeClr val="bg1"/>
                      </a:solidFill>
                      <a:latin typeface="Calibri" panose="020F0502020204030204" pitchFamily="34" charset="0"/>
                      <a:ea typeface="Calibri" panose="020F0502020204030204" pitchFamily="34" charset="0"/>
                      <a:cs typeface="Calibri" panose="020F0502020204030204" pitchFamily="34" charset="0"/>
                    </a:defRPr>
                  </a:pPr>
                  <a:endParaRPr lang="zh-TW"/>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137-4F82-98C2-645D6AB63002}"/>
                </c:ext>
              </c:extLst>
            </c:dLbl>
            <c:spPr>
              <a:noFill/>
              <a:ln>
                <a:noFill/>
              </a:ln>
              <a:effectLst/>
            </c:spPr>
            <c:txPr>
              <a:bodyPr rot="0" spcFirstLastPara="1" vertOverflow="ellipsis" vert="horz" wrap="square" anchor="ctr" anchorCtr="1"/>
              <a:lstStyle/>
              <a:p>
                <a:pPr>
                  <a:defRPr lang="ja-JP" sz="1000" b="1" i="0" u="none" strike="noStrike" kern="1200" baseline="0">
                    <a:solidFill>
                      <a:schemeClr val="bg1"/>
                    </a:solidFill>
                    <a:latin typeface="Calibri" panose="020F0502020204030204" pitchFamily="34" charset="0"/>
                    <a:ea typeface="Calibri" panose="020F0502020204030204" pitchFamily="34" charset="0"/>
                    <a:cs typeface="Calibri" panose="020F0502020204030204" pitchFamily="34" charset="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f>
              <c:numCache>
                <c:formatCode>0%</c:formatCode>
                <c:ptCount val="1"/>
                <c:pt idx="0">
                  <c:v>4.4600000000000001E-2</c:v>
                </c:pt>
              </c:numCache>
            </c:numRef>
          </c:val>
          <c:extLst>
            <c:ext xmlns:c16="http://schemas.microsoft.com/office/drawing/2014/chart" uri="{C3380CC4-5D6E-409C-BE32-E72D297353CC}">
              <c16:uniqueId val="{00000002-CDA8-4A2B-9E05-D26986449D14}"/>
            </c:ext>
          </c:extLst>
        </c:ser>
        <c:ser>
          <c:idx val="3"/>
          <c:order val="2"/>
          <c:spPr>
            <a:solidFill>
              <a:srgbClr val="FFC000"/>
            </a:solidFill>
            <a:ln>
              <a:noFill/>
            </a:ln>
            <a:effectLst/>
          </c:spPr>
          <c:invertIfNegative val="0"/>
          <c:dLbls>
            <c:dLbl>
              <c:idx val="0"/>
              <c:layout>
                <c:manualLayout>
                  <c:x val="-2.5993456607812979E-2"/>
                  <c:y val="-4.5537552883620717E-3"/>
                </c:manualLayout>
              </c:layout>
              <c:spPr>
                <a:solidFill>
                  <a:srgbClr val="FFC000"/>
                </a:solidFill>
                <a:ln>
                  <a:noFill/>
                </a:ln>
                <a:effectLst/>
              </c:spPr>
              <c:txPr>
                <a:bodyPr rot="0" spcFirstLastPara="1" vertOverflow="ellipsis" vert="horz" wrap="square" lIns="38100" tIns="19050" rIns="38100" bIns="19050" anchor="ctr" anchorCtr="1">
                  <a:spAutoFit/>
                </a:bodyPr>
                <a:lstStyle/>
                <a:p>
                  <a:pPr>
                    <a:defRPr lang="ja-JP" sz="10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zh-TW"/>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B01-4AA5-8FCC-C6E9719D32E3}"/>
                </c:ext>
              </c:extLst>
            </c:dLbl>
            <c:spPr>
              <a:noFill/>
              <a:ln>
                <a:noFill/>
              </a:ln>
              <a:effectLst/>
            </c:spPr>
            <c:txPr>
              <a:bodyPr rot="0" spcFirstLastPara="1" vertOverflow="ellipsis" vert="horz" wrap="square" lIns="38100" tIns="19050" rIns="38100" bIns="19050" anchor="ctr" anchorCtr="1">
                <a:spAutoFit/>
              </a:bodyPr>
              <a:lstStyle/>
              <a:p>
                <a:pPr>
                  <a:defRPr lang="ja-JP" sz="10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zh-TW"/>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c:f>
              <c:numCache>
                <c:formatCode>0%</c:formatCode>
                <c:ptCount val="1"/>
                <c:pt idx="0">
                  <c:v>2.7199999999999998E-2</c:v>
                </c:pt>
              </c:numCache>
            </c:numRef>
          </c:val>
          <c:extLst>
            <c:ext xmlns:c16="http://schemas.microsoft.com/office/drawing/2014/chart" uri="{C3380CC4-5D6E-409C-BE32-E72D297353CC}">
              <c16:uniqueId val="{00000003-CDA8-4A2B-9E05-D26986449D14}"/>
            </c:ext>
          </c:extLst>
        </c:ser>
        <c:ser>
          <c:idx val="4"/>
          <c:order val="3"/>
          <c:spPr>
            <a:solidFill>
              <a:srgbClr val="CDF000"/>
            </a:solidFill>
            <a:ln>
              <a:noFill/>
            </a:ln>
            <a:effectLst/>
          </c:spPr>
          <c:invertIfNegative val="0"/>
          <c:dPt>
            <c:idx val="0"/>
            <c:invertIfNegative val="0"/>
            <c:bubble3D val="0"/>
            <c:spPr>
              <a:solidFill>
                <a:srgbClr val="CDF000"/>
              </a:solidFill>
              <a:ln>
                <a:noFill/>
              </a:ln>
              <a:effectLst/>
            </c:spPr>
            <c:extLst>
              <c:ext xmlns:c16="http://schemas.microsoft.com/office/drawing/2014/chart" uri="{C3380CC4-5D6E-409C-BE32-E72D297353CC}">
                <c16:uniqueId val="{00000005-CDA8-4A2B-9E05-D26986449D14}"/>
              </c:ext>
            </c:extLst>
          </c:dPt>
          <c:dLbls>
            <c:dLbl>
              <c:idx val="0"/>
              <c:layout>
                <c:manualLayout>
                  <c:x val="-0.12996728303906496"/>
                  <c:y val="0"/>
                </c:manualLayout>
              </c:layout>
              <c:tx>
                <c:rich>
                  <a:bodyPr/>
                  <a:lstStyle/>
                  <a:p>
                    <a:fld id="{C6CEDB01-DD51-4C25-8881-A292C883F505}" type="VALUE">
                      <a:rPr lang="en-US" altLang="zh-CN">
                        <a:latin typeface="Calibri" panose="020F0502020204030204" pitchFamily="34" charset="0"/>
                        <a:ea typeface="Calibri" panose="020F0502020204030204" pitchFamily="34" charset="0"/>
                        <a:cs typeface="Calibri" panose="020F0502020204030204" pitchFamily="34" charset="0"/>
                      </a:rPr>
                      <a:pPr/>
                      <a:t>[值]</a:t>
                    </a:fld>
                    <a:endParaRPr lang="zh-CN" alt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DA8-4A2B-9E05-D26986449D14}"/>
                </c:ext>
              </c:extLst>
            </c:dLbl>
            <c:spPr>
              <a:solidFill>
                <a:srgbClr val="C5E0B4"/>
              </a:solidFill>
              <a:ln>
                <a:noFill/>
              </a:ln>
              <a:effectLst/>
            </c:spPr>
            <c:txPr>
              <a:bodyPr rot="0" spcFirstLastPara="1" vertOverflow="ellipsis" vert="horz" wrap="square" anchor="ctr" anchorCtr="1"/>
              <a:lstStyle/>
              <a:p>
                <a:pPr>
                  <a:defRPr lang="ja-JP" sz="1000" b="1" i="0" u="none" strike="noStrike" kern="1200" baseline="0">
                    <a:solidFill>
                      <a:schemeClr val="tx1"/>
                    </a:solidFill>
                    <a:latin typeface="+mn-lt"/>
                    <a:ea typeface="+mn-ea"/>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c:f>
              <c:numCache>
                <c:formatCode>0%</c:formatCode>
                <c:ptCount val="1"/>
                <c:pt idx="0">
                  <c:v>0.13930000000000001</c:v>
                </c:pt>
              </c:numCache>
            </c:numRef>
          </c:val>
          <c:extLst>
            <c:ext xmlns:c16="http://schemas.microsoft.com/office/drawing/2014/chart" uri="{C3380CC4-5D6E-409C-BE32-E72D297353CC}">
              <c16:uniqueId val="{00000006-CDA8-4A2B-9E05-D26986449D14}"/>
            </c:ext>
          </c:extLst>
        </c:ser>
        <c:ser>
          <c:idx val="5"/>
          <c:order val="4"/>
          <c:spPr>
            <a:solidFill>
              <a:srgbClr val="00B050"/>
            </a:solidFill>
            <a:ln>
              <a:noFill/>
            </a:ln>
            <a:effectLst/>
          </c:spPr>
          <c:invertIfNegative val="0"/>
          <c:dLbls>
            <c:dLbl>
              <c:idx val="0"/>
              <c:layout>
                <c:manualLayout>
                  <c:x val="-6.4983641519533635E-3"/>
                  <c:y val="4.5537552883620717E-3"/>
                </c:manualLayout>
              </c:layout>
              <c:spPr>
                <a:solidFill>
                  <a:srgbClr val="00B050"/>
                </a:solidFill>
                <a:ln>
                  <a:noFill/>
                </a:ln>
                <a:effectLst/>
              </c:spPr>
              <c:txPr>
                <a:bodyPr rot="0" spcFirstLastPara="1" vertOverflow="ellipsis" vert="horz" wrap="square" lIns="38100" tIns="19050" rIns="38100" bIns="19050" anchor="ctr" anchorCtr="1">
                  <a:spAutoFit/>
                </a:bodyPr>
                <a:lstStyle/>
                <a:p>
                  <a:pPr>
                    <a:defRPr lang="ja-JP" sz="1000" b="1" i="0" u="none" strike="noStrike" kern="1200" baseline="0">
                      <a:solidFill>
                        <a:schemeClr val="bg1"/>
                      </a:solidFill>
                      <a:latin typeface="Calibri" panose="020F0502020204030204" pitchFamily="34" charset="0"/>
                      <a:ea typeface="Calibri" panose="020F0502020204030204" pitchFamily="34" charset="0"/>
                      <a:cs typeface="Calibri" panose="020F0502020204030204" pitchFamily="34" charset="0"/>
                    </a:defRPr>
                  </a:pPr>
                  <a:endParaRPr lang="zh-TW"/>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973-4002-8D8B-C2DA0743F720}"/>
                </c:ext>
              </c:extLst>
            </c:dLbl>
            <c:spPr>
              <a:noFill/>
              <a:ln>
                <a:noFill/>
              </a:ln>
              <a:effectLst/>
            </c:spPr>
            <c:txPr>
              <a:bodyPr rot="0" spcFirstLastPara="1" vertOverflow="ellipsis" vert="horz" wrap="square" lIns="38100" tIns="19050" rIns="38100" bIns="19050" anchor="ctr" anchorCtr="1">
                <a:spAutoFit/>
              </a:bodyPr>
              <a:lstStyle/>
              <a:p>
                <a:pPr>
                  <a:defRPr lang="ja-JP" sz="1000" b="1" i="0" u="none" strike="noStrike" kern="1200" baseline="0">
                    <a:solidFill>
                      <a:schemeClr val="bg1"/>
                    </a:solidFill>
                    <a:latin typeface="Calibri" panose="020F0502020204030204" pitchFamily="34" charset="0"/>
                    <a:ea typeface="Calibri" panose="020F0502020204030204" pitchFamily="34" charset="0"/>
                    <a:cs typeface="Calibri" panose="020F0502020204030204" pitchFamily="34" charset="0"/>
                  </a:defRPr>
                </a:pPr>
                <a:endParaRPr lang="zh-TW"/>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Sheet1!$F$2</c:f>
              <c:numCache>
                <c:formatCode>0%</c:formatCode>
                <c:ptCount val="1"/>
                <c:pt idx="0">
                  <c:v>0</c:v>
                </c:pt>
              </c:numCache>
            </c:numRef>
          </c:val>
          <c:extLst>
            <c:ext xmlns:c16="http://schemas.microsoft.com/office/drawing/2014/chart" uri="{C3380CC4-5D6E-409C-BE32-E72D297353CC}">
              <c16:uniqueId val="{00000008-CDA8-4A2B-9E05-D26986449D14}"/>
            </c:ext>
          </c:extLst>
        </c:ser>
        <c:dLbls>
          <c:showLegendKey val="0"/>
          <c:showVal val="0"/>
          <c:showCatName val="0"/>
          <c:showSerName val="0"/>
          <c:showPercent val="0"/>
          <c:showBubbleSize val="0"/>
        </c:dLbls>
        <c:gapWidth val="150"/>
        <c:overlap val="100"/>
        <c:axId val="428896600"/>
        <c:axId val="428897584"/>
      </c:barChart>
      <c:catAx>
        <c:axId val="428896600"/>
        <c:scaling>
          <c:orientation val="minMax"/>
        </c:scaling>
        <c:delete val="1"/>
        <c:axPos val="b"/>
        <c:majorTickMark val="out"/>
        <c:minorTickMark val="none"/>
        <c:tickLblPos val="nextTo"/>
        <c:crossAx val="428897584"/>
        <c:crosses val="autoZero"/>
        <c:auto val="1"/>
        <c:lblAlgn val="ctr"/>
        <c:lblOffset val="100"/>
        <c:noMultiLvlLbl val="0"/>
      </c:catAx>
      <c:valAx>
        <c:axId val="428897584"/>
        <c:scaling>
          <c:orientation val="minMax"/>
          <c:max val="1"/>
          <c:min val="0"/>
        </c:scaling>
        <c:delete val="1"/>
        <c:axPos val="l"/>
        <c:numFmt formatCode="0%" sourceLinked="1"/>
        <c:majorTickMark val="out"/>
        <c:minorTickMark val="none"/>
        <c:tickLblPos val="nextTo"/>
        <c:crossAx val="4288966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baseline="0">
          <a:solidFill>
            <a:schemeClr val="bg1"/>
          </a:solidFill>
          <a:latin typeface="+mn-lt"/>
        </a:defRPr>
      </a:pPr>
      <a:endParaRPr lang="zh-TW"/>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chemeClr val="tx2">
                <a:lumMod val="75000"/>
              </a:schemeClr>
            </a:solidFill>
            <a:ln>
              <a:noFill/>
            </a:ln>
            <a:effectLst/>
          </c:spPr>
          <c:invertIfNegative val="0"/>
          <c:dPt>
            <c:idx val="0"/>
            <c:invertIfNegative val="0"/>
            <c:bubble3D val="0"/>
            <c:spPr>
              <a:solidFill>
                <a:srgbClr val="7AC2FD"/>
              </a:solidFill>
              <a:ln>
                <a:noFill/>
              </a:ln>
              <a:effectLst/>
            </c:spPr>
            <c:extLst>
              <c:ext xmlns:c16="http://schemas.microsoft.com/office/drawing/2014/chart" uri="{C3380CC4-5D6E-409C-BE32-E72D297353CC}">
                <c16:uniqueId val="{00000000-18E2-40E3-8B48-C4AB6D679AB0}"/>
              </c:ext>
            </c:extLst>
          </c:dPt>
          <c:cat>
            <c:strRef>
              <c:f>'PMT accum'!$D$55:$D$67</c:f>
              <c:strCache>
                <c:ptCount val="13"/>
                <c:pt idx="0">
                  <c:v>2025 Ave.</c:v>
                </c:pt>
                <c:pt idx="1">
                  <c:v>Jan</c:v>
                </c:pt>
                <c:pt idx="2">
                  <c:v>Feb</c:v>
                </c:pt>
                <c:pt idx="3">
                  <c:v>Mar</c:v>
                </c:pt>
                <c:pt idx="4">
                  <c:v>Apr</c:v>
                </c:pt>
                <c:pt idx="5">
                  <c:v>May</c:v>
                </c:pt>
                <c:pt idx="6">
                  <c:v>Jun</c:v>
                </c:pt>
                <c:pt idx="7">
                  <c:v>Jul</c:v>
                </c:pt>
                <c:pt idx="8">
                  <c:v>Aug</c:v>
                </c:pt>
                <c:pt idx="9">
                  <c:v>Sep</c:v>
                </c:pt>
                <c:pt idx="10">
                  <c:v>Oct</c:v>
                </c:pt>
                <c:pt idx="11">
                  <c:v>Nov</c:v>
                </c:pt>
                <c:pt idx="12">
                  <c:v>Dec</c:v>
                </c:pt>
              </c:strCache>
            </c:strRef>
          </c:cat>
          <c:val>
            <c:numRef>
              <c:f>'PMT accum'!$E$55:$E$67</c:f>
              <c:numCache>
                <c:formatCode>0.00_);[Red]\(0.00\)</c:formatCode>
                <c:ptCount val="13"/>
                <c:pt idx="0">
                  <c:v>0.105</c:v>
                </c:pt>
                <c:pt idx="1">
                  <c:v>0.2</c:v>
                </c:pt>
                <c:pt idx="2">
                  <c:v>0.17</c:v>
                </c:pt>
                <c:pt idx="3">
                  <c:v>0.21</c:v>
                </c:pt>
                <c:pt idx="4">
                  <c:v>0.22</c:v>
                </c:pt>
                <c:pt idx="5">
                  <c:v>0.11</c:v>
                </c:pt>
                <c:pt idx="6">
                  <c:v>0.15</c:v>
                </c:pt>
                <c:pt idx="7">
                  <c:v>0.21</c:v>
                </c:pt>
                <c:pt idx="8">
                  <c:v>0.18</c:v>
                </c:pt>
              </c:numCache>
            </c:numRef>
          </c:val>
          <c:extLst>
            <c:ext xmlns:c16="http://schemas.microsoft.com/office/drawing/2014/chart" uri="{C3380CC4-5D6E-409C-BE32-E72D297353CC}">
              <c16:uniqueId val="{00000002-C873-4A3A-A450-90E57D894B90}"/>
            </c:ext>
          </c:extLst>
        </c:ser>
        <c:ser>
          <c:idx val="1"/>
          <c:order val="1"/>
          <c:spPr>
            <a:solidFill>
              <a:schemeClr val="accent6">
                <a:lumMod val="75000"/>
              </a:schemeClr>
            </a:solidFill>
            <a:ln>
              <a:noFill/>
            </a:ln>
            <a:effectLst/>
          </c:spPr>
          <c:invertIfNegative val="0"/>
          <c:cat>
            <c:strRef>
              <c:f>'PMT accum'!$D$55:$D$67</c:f>
              <c:strCache>
                <c:ptCount val="13"/>
                <c:pt idx="0">
                  <c:v>2025 Ave.</c:v>
                </c:pt>
                <c:pt idx="1">
                  <c:v>Jan</c:v>
                </c:pt>
                <c:pt idx="2">
                  <c:v>Feb</c:v>
                </c:pt>
                <c:pt idx="3">
                  <c:v>Mar</c:v>
                </c:pt>
                <c:pt idx="4">
                  <c:v>Apr</c:v>
                </c:pt>
                <c:pt idx="5">
                  <c:v>May</c:v>
                </c:pt>
                <c:pt idx="6">
                  <c:v>Jun</c:v>
                </c:pt>
                <c:pt idx="7">
                  <c:v>Jul</c:v>
                </c:pt>
                <c:pt idx="8">
                  <c:v>Aug</c:v>
                </c:pt>
                <c:pt idx="9">
                  <c:v>Sep</c:v>
                </c:pt>
                <c:pt idx="10">
                  <c:v>Oct</c:v>
                </c:pt>
                <c:pt idx="11">
                  <c:v>Nov</c:v>
                </c:pt>
                <c:pt idx="12">
                  <c:v>Dec</c:v>
                </c:pt>
              </c:strCache>
            </c:strRef>
          </c:cat>
          <c:val>
            <c:numRef>
              <c:f>'PMT accum'!$F$55:$F$67</c:f>
              <c:numCache>
                <c:formatCode>0.00_);[Red]\(0.00\)</c:formatCode>
                <c:ptCount val="13"/>
                <c:pt idx="1">
                  <c:v>0.18</c:v>
                </c:pt>
                <c:pt idx="2">
                  <c:v>0.17</c:v>
                </c:pt>
                <c:pt idx="3">
                  <c:v>0.18</c:v>
                </c:pt>
                <c:pt idx="4">
                  <c:v>0.13</c:v>
                </c:pt>
                <c:pt idx="5">
                  <c:v>0.11</c:v>
                </c:pt>
                <c:pt idx="6">
                  <c:v>0.2</c:v>
                </c:pt>
                <c:pt idx="7">
                  <c:v>0.2</c:v>
                </c:pt>
                <c:pt idx="8">
                  <c:v>0.19</c:v>
                </c:pt>
                <c:pt idx="9">
                  <c:v>0.03</c:v>
                </c:pt>
                <c:pt idx="10">
                  <c:v>0.12</c:v>
                </c:pt>
                <c:pt idx="11">
                  <c:v>0.12</c:v>
                </c:pt>
              </c:numCache>
            </c:numRef>
          </c:val>
          <c:extLst>
            <c:ext xmlns:c16="http://schemas.microsoft.com/office/drawing/2014/chart" uri="{C3380CC4-5D6E-409C-BE32-E72D297353CC}">
              <c16:uniqueId val="{00000003-C873-4A3A-A450-90E57D894B90}"/>
            </c:ext>
          </c:extLst>
        </c:ser>
        <c:dLbls>
          <c:showLegendKey val="0"/>
          <c:showVal val="0"/>
          <c:showCatName val="0"/>
          <c:showSerName val="0"/>
          <c:showPercent val="0"/>
          <c:showBubbleSize val="0"/>
        </c:dLbls>
        <c:gapWidth val="171"/>
        <c:axId val="619894528"/>
        <c:axId val="619891000"/>
      </c:barChart>
      <c:lineChart>
        <c:grouping val="standard"/>
        <c:varyColors val="0"/>
        <c:ser>
          <c:idx val="2"/>
          <c:order val="2"/>
          <c:spPr>
            <a:ln w="28575" cap="rnd">
              <a:solidFill>
                <a:srgbClr val="00B050"/>
              </a:solidFill>
              <a:prstDash val="sysDash"/>
              <a:round/>
            </a:ln>
            <a:effectLst/>
          </c:spPr>
          <c:marker>
            <c:symbol val="none"/>
          </c:marker>
          <c:cat>
            <c:strRef>
              <c:f>'PMT accum'!$D$55:$D$67</c:f>
              <c:strCache>
                <c:ptCount val="13"/>
                <c:pt idx="0">
                  <c:v>2025 Ave.</c:v>
                </c:pt>
                <c:pt idx="1">
                  <c:v>Jan</c:v>
                </c:pt>
                <c:pt idx="2">
                  <c:v>Feb</c:v>
                </c:pt>
                <c:pt idx="3">
                  <c:v>Mar</c:v>
                </c:pt>
                <c:pt idx="4">
                  <c:v>Apr</c:v>
                </c:pt>
                <c:pt idx="5">
                  <c:v>May</c:v>
                </c:pt>
                <c:pt idx="6">
                  <c:v>Jun</c:v>
                </c:pt>
                <c:pt idx="7">
                  <c:v>Jul</c:v>
                </c:pt>
                <c:pt idx="8">
                  <c:v>Aug</c:v>
                </c:pt>
                <c:pt idx="9">
                  <c:v>Sep</c:v>
                </c:pt>
                <c:pt idx="10">
                  <c:v>Oct</c:v>
                </c:pt>
                <c:pt idx="11">
                  <c:v>Nov</c:v>
                </c:pt>
                <c:pt idx="12">
                  <c:v>Dec</c:v>
                </c:pt>
              </c:strCache>
            </c:strRef>
          </c:cat>
          <c:val>
            <c:numRef>
              <c:f>'PMT accum'!$G$55:$G$67</c:f>
              <c:numCache>
                <c:formatCode>0.00_ </c:formatCode>
                <c:ptCount val="13"/>
                <c:pt idx="1">
                  <c:v>0.192</c:v>
                </c:pt>
                <c:pt idx="2">
                  <c:v>0.115</c:v>
                </c:pt>
                <c:pt idx="3">
                  <c:v>0.17599999999999999</c:v>
                </c:pt>
                <c:pt idx="4">
                  <c:v>0.17</c:v>
                </c:pt>
                <c:pt idx="5">
                  <c:v>0.19500000000000001</c:v>
                </c:pt>
                <c:pt idx="6">
                  <c:v>0.19500000000000001</c:v>
                </c:pt>
                <c:pt idx="7">
                  <c:v>0.19500000000000001</c:v>
                </c:pt>
                <c:pt idx="8">
                  <c:v>0.19500000000000001</c:v>
                </c:pt>
                <c:pt idx="9">
                  <c:v>0.03</c:v>
                </c:pt>
                <c:pt idx="10">
                  <c:v>0.19500000000000001</c:v>
                </c:pt>
                <c:pt idx="11">
                  <c:v>0.189</c:v>
                </c:pt>
                <c:pt idx="12">
                  <c:v>0.19500000000000001</c:v>
                </c:pt>
              </c:numCache>
            </c:numRef>
          </c:val>
          <c:smooth val="0"/>
          <c:extLst>
            <c:ext xmlns:c16="http://schemas.microsoft.com/office/drawing/2014/chart" uri="{C3380CC4-5D6E-409C-BE32-E72D297353CC}">
              <c16:uniqueId val="{00000004-C873-4A3A-A450-90E57D894B90}"/>
            </c:ext>
          </c:extLst>
        </c:ser>
        <c:dLbls>
          <c:showLegendKey val="0"/>
          <c:showVal val="0"/>
          <c:showCatName val="0"/>
          <c:showSerName val="0"/>
          <c:showPercent val="0"/>
          <c:showBubbleSize val="0"/>
        </c:dLbls>
        <c:marker val="1"/>
        <c:smooth val="0"/>
        <c:axId val="619894528"/>
        <c:axId val="619891000"/>
      </c:lineChart>
      <c:catAx>
        <c:axId val="61989452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3180000" spcFirstLastPara="1" vertOverflow="ellipsis" wrap="square" anchor="ctr" anchorCtr="1"/>
          <a:lstStyle/>
          <a:p>
            <a:pPr>
              <a:defRPr lang="ja-JP" sz="700" b="1" i="0" u="none" strike="noStrike" kern="1200" baseline="0">
                <a:solidFill>
                  <a:sysClr val="windowText" lastClr="000000"/>
                </a:solidFill>
                <a:latin typeface="+mn-lt"/>
                <a:ea typeface="+mn-ea"/>
                <a:cs typeface="+mn-cs"/>
              </a:defRPr>
            </a:pPr>
            <a:endParaRPr lang="zh-TW"/>
          </a:p>
        </c:txPr>
        <c:crossAx val="619891000"/>
        <c:crosses val="autoZero"/>
        <c:auto val="1"/>
        <c:lblAlgn val="ctr"/>
        <c:lblOffset val="100"/>
        <c:noMultiLvlLbl val="0"/>
      </c:catAx>
      <c:valAx>
        <c:axId val="619891000"/>
        <c:scaling>
          <c:orientation val="minMax"/>
          <c:max val="0.25"/>
          <c:min val="0"/>
        </c:scaling>
        <c:delete val="0"/>
        <c:axPos val="l"/>
        <c:majorGridlines>
          <c:spPr>
            <a:ln w="9525" cap="flat" cmpd="sng" algn="ctr">
              <a:solidFill>
                <a:schemeClr val="accent1">
                  <a:lumMod val="40000"/>
                  <a:lumOff val="60000"/>
                </a:schemeClr>
              </a:solidFill>
              <a:round/>
            </a:ln>
            <a:effectLst/>
          </c:spPr>
        </c:majorGridlines>
        <c:numFmt formatCode="0.00_);[Red]\(0.00\)" sourceLinked="1"/>
        <c:majorTickMark val="none"/>
        <c:minorTickMark val="none"/>
        <c:tickLblPos val="nextTo"/>
        <c:spPr>
          <a:noFill/>
          <a:ln>
            <a:noFill/>
          </a:ln>
          <a:effectLst/>
        </c:spPr>
        <c:txPr>
          <a:bodyPr rot="-60000000" spcFirstLastPara="1" vertOverflow="ellipsis" vert="horz" wrap="square" anchor="ctr" anchorCtr="1"/>
          <a:lstStyle/>
          <a:p>
            <a:pPr>
              <a:defRPr lang="ja-JP" sz="800" b="1" i="0" u="none" strike="noStrike" kern="1200" baseline="0">
                <a:solidFill>
                  <a:sysClr val="windowText" lastClr="000000"/>
                </a:solidFill>
                <a:latin typeface="+mn-lt"/>
                <a:ea typeface="+mn-ea"/>
                <a:cs typeface="+mn-cs"/>
              </a:defRPr>
            </a:pPr>
            <a:endParaRPr lang="zh-TW"/>
          </a:p>
        </c:txPr>
        <c:crossAx val="619894528"/>
        <c:crosses val="autoZero"/>
        <c:crossBetween val="between"/>
        <c:majorUnit val="5.000000000000001E-2"/>
      </c:valAx>
      <c:spPr>
        <a:noFill/>
        <a:ln>
          <a:noFill/>
        </a:ln>
        <a:effectLst/>
      </c:spPr>
    </c:plotArea>
    <c:plotVisOnly val="1"/>
    <c:dispBlanksAs val="gap"/>
    <c:showDLblsOverMax val="0"/>
  </c:chart>
  <c:spPr>
    <a:solidFill>
      <a:schemeClr val="bg1"/>
    </a:solidFill>
    <a:ln w="28575" cap="flat" cmpd="sng" algn="ctr">
      <a:solidFill>
        <a:srgbClr val="9BD4EB"/>
      </a:solidFill>
      <a:round/>
    </a:ln>
    <a:effectLst/>
  </c:spPr>
  <c:txPr>
    <a:bodyPr/>
    <a:lstStyle/>
    <a:p>
      <a:pPr>
        <a:defRPr/>
      </a:pPr>
      <a:endParaRPr lang="zh-TW"/>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BCE91C-B6C0-4949-B397-3303A1A997B0}"/>
              </a:ext>
            </a:extLst>
          </p:cNvPr>
          <p:cNvSpPr>
            <a:spLocks noGrp="1"/>
          </p:cNvSpPr>
          <p:nvPr>
            <p:ph type="hdr" sz="quarter"/>
          </p:nvPr>
        </p:nvSpPr>
        <p:spPr>
          <a:xfrm>
            <a:off x="0" y="0"/>
            <a:ext cx="2944813" cy="4968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FC6C62A-53B2-4A0B-A65D-0DFD46106E2A}"/>
              </a:ext>
            </a:extLst>
          </p:cNvPr>
          <p:cNvSpPr>
            <a:spLocks noGrp="1"/>
          </p:cNvSpPr>
          <p:nvPr>
            <p:ph type="dt" sz="quarter" idx="1"/>
          </p:nvPr>
        </p:nvSpPr>
        <p:spPr>
          <a:xfrm>
            <a:off x="3848100" y="0"/>
            <a:ext cx="2944813" cy="496888"/>
          </a:xfrm>
          <a:prstGeom prst="rect">
            <a:avLst/>
          </a:prstGeom>
        </p:spPr>
        <p:txBody>
          <a:bodyPr vert="horz" lIns="91440" tIns="45720" rIns="91440" bIns="45720" rtlCol="0"/>
          <a:lstStyle>
            <a:lvl1pPr algn="r">
              <a:defRPr sz="1200"/>
            </a:lvl1pPr>
          </a:lstStyle>
          <a:p>
            <a:fld id="{3619F3F8-8570-44ED-A503-1EB463EF72B0}" type="datetimeFigureOut">
              <a:rPr lang="en-US" smtClean="0"/>
              <a:t>10/7/2026</a:t>
            </a:fld>
            <a:endParaRPr lang="en-US"/>
          </a:p>
        </p:txBody>
      </p:sp>
      <p:sp>
        <p:nvSpPr>
          <p:cNvPr id="4" name="Footer Placeholder 3">
            <a:extLst>
              <a:ext uri="{FF2B5EF4-FFF2-40B4-BE49-F238E27FC236}">
                <a16:creationId xmlns:a16="http://schemas.microsoft.com/office/drawing/2014/main" id="{2F678334-8CAB-47A4-95EA-047F51F0BB06}"/>
              </a:ext>
            </a:extLst>
          </p:cNvPr>
          <p:cNvSpPr>
            <a:spLocks noGrp="1"/>
          </p:cNvSpPr>
          <p:nvPr>
            <p:ph type="ftr" sz="quarter" idx="2"/>
          </p:nvPr>
        </p:nvSpPr>
        <p:spPr>
          <a:xfrm>
            <a:off x="0" y="9409113"/>
            <a:ext cx="2944813" cy="4968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B1FC641-DF0D-433F-AE5D-DEBEFF8B49AA}"/>
              </a:ext>
            </a:extLst>
          </p:cNvPr>
          <p:cNvSpPr>
            <a:spLocks noGrp="1"/>
          </p:cNvSpPr>
          <p:nvPr>
            <p:ph type="sldNum" sz="quarter" idx="3"/>
          </p:nvPr>
        </p:nvSpPr>
        <p:spPr>
          <a:xfrm>
            <a:off x="3848100" y="9409113"/>
            <a:ext cx="2944813" cy="496887"/>
          </a:xfrm>
          <a:prstGeom prst="rect">
            <a:avLst/>
          </a:prstGeom>
        </p:spPr>
        <p:txBody>
          <a:bodyPr vert="horz" lIns="91440" tIns="45720" rIns="91440" bIns="45720" rtlCol="0" anchor="b"/>
          <a:lstStyle>
            <a:lvl1pPr algn="r">
              <a:defRPr sz="1200"/>
            </a:lvl1pPr>
          </a:lstStyle>
          <a:p>
            <a:fld id="{A8857ACC-C8C1-440F-AD59-D2F50551B4E9}" type="slidenum">
              <a:rPr lang="en-US" smtClean="0"/>
              <a:t>‹#›</a:t>
            </a:fld>
            <a:endParaRPr lang="en-US"/>
          </a:p>
        </p:txBody>
      </p:sp>
    </p:spTree>
    <p:extLst>
      <p:ext uri="{BB962C8B-B14F-4D97-AF65-F5344CB8AC3E}">
        <p14:creationId xmlns:p14="http://schemas.microsoft.com/office/powerpoint/2010/main" val="6384836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7020"/>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48645" y="0"/>
            <a:ext cx="2944283" cy="497020"/>
          </a:xfrm>
          <a:prstGeom prst="rect">
            <a:avLst/>
          </a:prstGeom>
        </p:spPr>
        <p:txBody>
          <a:bodyPr vert="horz" lIns="91440" tIns="45720" rIns="91440" bIns="45720" rtlCol="0"/>
          <a:lstStyle>
            <a:lvl1pPr algn="r">
              <a:defRPr sz="1200"/>
            </a:lvl1pPr>
          </a:lstStyle>
          <a:p>
            <a:fld id="{45EB98F6-B325-4DCA-A696-D3EEE42A2154}" type="datetimeFigureOut">
              <a:rPr lang="en-SG" smtClean="0"/>
              <a:t>7/10/2026</a:t>
            </a:fld>
            <a:endParaRPr lang="en-SG"/>
          </a:p>
        </p:txBody>
      </p:sp>
      <p:sp>
        <p:nvSpPr>
          <p:cNvPr id="4" name="Slide Image Placeholder 3"/>
          <p:cNvSpPr>
            <a:spLocks noGrp="1" noRot="1" noChangeAspect="1"/>
          </p:cNvSpPr>
          <p:nvPr>
            <p:ph type="sldImg" idx="2"/>
          </p:nvPr>
        </p:nvSpPr>
        <p:spPr>
          <a:xfrm>
            <a:off x="425450" y="1238250"/>
            <a:ext cx="5943600" cy="3343275"/>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79450" y="4767262"/>
            <a:ext cx="5435600" cy="390048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9408981"/>
            <a:ext cx="2944283" cy="497019"/>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48645" y="9408981"/>
            <a:ext cx="2944283" cy="497019"/>
          </a:xfrm>
          <a:prstGeom prst="rect">
            <a:avLst/>
          </a:prstGeom>
        </p:spPr>
        <p:txBody>
          <a:bodyPr vert="horz" lIns="91440" tIns="45720" rIns="91440" bIns="45720" rtlCol="0" anchor="b"/>
          <a:lstStyle>
            <a:lvl1pPr algn="r">
              <a:defRPr sz="1200"/>
            </a:lvl1pPr>
          </a:lstStyle>
          <a:p>
            <a:fld id="{1268B9FC-60B2-4D3A-8074-0CAAB8D75A55}" type="slidenum">
              <a:rPr lang="en-SG" smtClean="0"/>
              <a:t>‹#›</a:t>
            </a:fld>
            <a:endParaRPr lang="en-SG"/>
          </a:p>
        </p:txBody>
      </p:sp>
    </p:spTree>
    <p:extLst>
      <p:ext uri="{BB962C8B-B14F-4D97-AF65-F5344CB8AC3E}">
        <p14:creationId xmlns:p14="http://schemas.microsoft.com/office/powerpoint/2010/main" val="94125398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7B9E9-6F9D-4999-8E35-8BAD09A8460E}" type="slidenum">
              <a:rPr kumimoji="0" lang="de-DE" sz="1200" b="0" i="0" u="none" strike="noStrike" kern="1200" cap="none" spc="0" normalizeH="0" baseline="0" noProof="0" smtClean="0">
                <a:ln>
                  <a:noFill/>
                </a:ln>
                <a:solidFill>
                  <a:srgbClr val="000000"/>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5" name="Fußzeilenplatzhalt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251743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p:txBody>
          <a:bodyPr/>
          <a:lstStyle/>
          <a:p>
            <a:r>
              <a:rPr lang="zh-CN" altLang="en-US" dirty="0"/>
              <a:t>红色框里面的是需要系统自动生成的部分，目前模板展示的是样板，请按照样板的格式自动生成对应的内容：</a:t>
            </a:r>
            <a:endParaRPr lang="en-US" altLang="zh-CN" dirty="0"/>
          </a:p>
          <a:p>
            <a:pPr marL="228600" indent="-228600">
              <a:buAutoNum type="arabicPeriod"/>
            </a:pPr>
            <a:r>
              <a:rPr lang="zh-CN" altLang="en-US" dirty="0"/>
              <a:t>自动输出</a:t>
            </a:r>
            <a:r>
              <a:rPr lang="en-US" altLang="zh-CN" dirty="0"/>
              <a:t>Monthly Reports</a:t>
            </a:r>
            <a:r>
              <a:rPr lang="zh-CN" altLang="en-US" dirty="0"/>
              <a:t>页面顶部</a:t>
            </a:r>
            <a:r>
              <a:rPr lang="en-US" altLang="zh-CN" dirty="0"/>
              <a:t>filter</a:t>
            </a:r>
            <a:r>
              <a:rPr lang="zh-CN" altLang="en-US" dirty="0"/>
              <a:t>过滤器中选中的月份 年份</a:t>
            </a:r>
            <a:endParaRPr lang="en-US" altLang="zh-CN" dirty="0"/>
          </a:p>
          <a:p>
            <a:pPr marL="228600" indent="-228600">
              <a:buAutoNum type="arabicPeriod"/>
            </a:pPr>
            <a:r>
              <a:rPr lang="zh-CN" altLang="en-US" dirty="0"/>
              <a:t>自动输出</a:t>
            </a:r>
            <a:r>
              <a:rPr lang="en-US" altLang="zh-CN" dirty="0"/>
              <a:t>Plant Name</a:t>
            </a:r>
          </a:p>
          <a:p>
            <a:pPr marL="228600" indent="-228600">
              <a:buAutoNum type="arabicPeriod"/>
            </a:pPr>
            <a:r>
              <a:rPr lang="zh-CN" altLang="en-US" dirty="0"/>
              <a:t>从</a:t>
            </a:r>
            <a:r>
              <a:rPr lang="en-US" altLang="zh-CN" dirty="0"/>
              <a:t>Volume &amp; PAC</a:t>
            </a:r>
            <a:r>
              <a:rPr lang="zh-CN" altLang="en-US" dirty="0"/>
              <a:t>子页面的</a:t>
            </a:r>
            <a:r>
              <a:rPr lang="en-US" altLang="zh-CN" dirty="0"/>
              <a:t>AE</a:t>
            </a:r>
            <a:r>
              <a:rPr lang="zh-CN" altLang="en-US" dirty="0"/>
              <a:t>图表输出，对应的</a:t>
            </a:r>
            <a:r>
              <a:rPr lang="en-US" altLang="zh-CN" dirty="0"/>
              <a:t>Plant</a:t>
            </a:r>
            <a:r>
              <a:rPr lang="zh-CN" altLang="en-US" dirty="0"/>
              <a:t>的生产线图表。可以直接输出带有数据标签的图片，此图表区域面积固定，输出的图表要在此区域内，请输出合理的图表尺寸且不能产生变形。</a:t>
            </a:r>
            <a:endParaRPr lang="en-US" altLang="zh-CN" dirty="0"/>
          </a:p>
          <a:p>
            <a:pPr marL="228600" indent="-228600">
              <a:buAutoNum type="arabicPeriod"/>
            </a:pPr>
            <a:r>
              <a:rPr lang="zh-CN" altLang="en-US" dirty="0"/>
              <a:t>从</a:t>
            </a:r>
            <a:r>
              <a:rPr lang="en-US" altLang="zh-CN" dirty="0"/>
              <a:t>Volume &amp; PAC</a:t>
            </a:r>
            <a:r>
              <a:rPr lang="zh-CN" altLang="en-US" dirty="0"/>
              <a:t>子页面的各个</a:t>
            </a:r>
            <a:r>
              <a:rPr lang="en-US" altLang="zh-CN" dirty="0"/>
              <a:t>Plant</a:t>
            </a:r>
            <a:r>
              <a:rPr lang="zh-CN" altLang="en-US" dirty="0"/>
              <a:t>的右侧簇状柱形图直接输出。可以直接输出图表图片，不需要带数据标签，此图表区域面积固定，输出的图表要在此区域内，请输出合理的图表尺寸且不能产生变形。</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从</a:t>
            </a:r>
            <a:r>
              <a:rPr lang="en-US" altLang="zh-CN" dirty="0"/>
              <a:t>Monthly Report</a:t>
            </a:r>
            <a:r>
              <a:rPr lang="zh-CN" altLang="en-US" dirty="0"/>
              <a:t>页面中输出对应的</a:t>
            </a:r>
            <a:r>
              <a:rPr lang="zh-CN" altLang="zh-CN" sz="1200" b="0" i="0" kern="1200" dirty="0">
                <a:solidFill>
                  <a:schemeClr val="tx1"/>
                </a:solidFill>
                <a:effectLst/>
                <a:latin typeface="+mn-lt"/>
                <a:ea typeface="+mn-ea"/>
                <a:cs typeface="+mn-cs"/>
              </a:rPr>
              <a:t>Report Category</a:t>
            </a:r>
            <a:r>
              <a:rPr lang="zh-CN" altLang="en-US" sz="1200" b="0" i="0" kern="1200" dirty="0">
                <a:solidFill>
                  <a:schemeClr val="tx1"/>
                </a:solidFill>
                <a:effectLst/>
                <a:latin typeface="+mn-lt"/>
                <a:ea typeface="+mn-ea"/>
                <a:cs typeface="+mn-cs"/>
              </a:rPr>
              <a:t>（除了</a:t>
            </a:r>
            <a:r>
              <a:rPr lang="en-US" altLang="zh-CN" sz="1200" b="0" i="0" kern="1200" dirty="0">
                <a:solidFill>
                  <a:schemeClr val="tx1"/>
                </a:solidFill>
                <a:effectLst/>
                <a:latin typeface="+mn-lt"/>
                <a:ea typeface="+mn-ea"/>
                <a:cs typeface="+mn-cs"/>
              </a:rPr>
              <a:t>Production update</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Quality update</a:t>
            </a:r>
            <a:r>
              <a:rPr lang="zh-CN" altLang="en-US" sz="1200" b="0" i="0" kern="1200" dirty="0">
                <a:solidFill>
                  <a:schemeClr val="tx1"/>
                </a:solidFill>
                <a:effectLst/>
                <a:latin typeface="+mn-lt"/>
                <a:ea typeface="+mn-ea"/>
                <a:cs typeface="+mn-cs"/>
              </a:rPr>
              <a:t>以外的其他</a:t>
            </a:r>
            <a:r>
              <a:rPr lang="zh-CN" altLang="zh-CN" sz="1200" b="0" i="0" kern="1200" dirty="0">
                <a:solidFill>
                  <a:schemeClr val="tx1"/>
                </a:solidFill>
                <a:effectLst/>
                <a:latin typeface="+mn-lt"/>
                <a:ea typeface="+mn-ea"/>
                <a:cs typeface="+mn-cs"/>
              </a:rPr>
              <a:t>Report Category</a:t>
            </a:r>
            <a:r>
              <a:rPr lang="zh-CN" altLang="en-US" sz="1200" b="0" i="0" kern="1200" dirty="0">
                <a:solidFill>
                  <a:schemeClr val="tx1"/>
                </a:solidFill>
                <a:effectLst/>
                <a:latin typeface="+mn-lt"/>
                <a:ea typeface="+mn-ea"/>
                <a:cs typeface="+mn-cs"/>
              </a:rPr>
              <a:t>），按照模板的样子输出。</a:t>
            </a:r>
            <a:r>
              <a:rPr lang="en-US" altLang="zh-CN" sz="1200" b="0" i="0" kern="1200" dirty="0">
                <a:solidFill>
                  <a:schemeClr val="tx1"/>
                </a:solidFill>
                <a:effectLst/>
                <a:latin typeface="+mn-lt"/>
                <a:ea typeface="+mn-ea"/>
                <a:cs typeface="+mn-cs"/>
              </a:rPr>
              <a:t>QEHS</a:t>
            </a:r>
            <a:r>
              <a:rPr lang="zh-CN" altLang="en-US" sz="1200" b="0" i="0" kern="1200" dirty="0">
                <a:solidFill>
                  <a:schemeClr val="tx1"/>
                </a:solidFill>
                <a:effectLst/>
                <a:latin typeface="+mn-lt"/>
                <a:ea typeface="+mn-ea"/>
                <a:cs typeface="+mn-cs"/>
              </a:rPr>
              <a:t>，</a:t>
            </a:r>
            <a:r>
              <a:rPr lang="en-US" altLang="zh-CN" sz="1200" dirty="0">
                <a:solidFill>
                  <a:srgbClr val="000000"/>
                </a:solidFill>
                <a:ea typeface="黑体"/>
              </a:rPr>
              <a:t>Supply and Capacity</a:t>
            </a:r>
            <a:r>
              <a:rPr lang="zh-CN" altLang="en-US" sz="1200" dirty="0">
                <a:solidFill>
                  <a:srgbClr val="000000"/>
                </a:solidFill>
                <a:ea typeface="黑体"/>
              </a:rPr>
              <a:t>，</a:t>
            </a:r>
            <a:r>
              <a:rPr lang="en-US" altLang="zh-CN" sz="1200" dirty="0">
                <a:solidFill>
                  <a:srgbClr val="000000"/>
                </a:solidFill>
                <a:ea typeface="黑体"/>
              </a:rPr>
              <a:t>Projects</a:t>
            </a:r>
            <a:r>
              <a:rPr lang="zh-CN" altLang="en-US" sz="1200" dirty="0">
                <a:solidFill>
                  <a:srgbClr val="000000"/>
                </a:solidFill>
                <a:ea typeface="黑体"/>
              </a:rPr>
              <a:t>，</a:t>
            </a:r>
            <a:r>
              <a:rPr lang="en-US" altLang="zh-CN" sz="1200" dirty="0">
                <a:solidFill>
                  <a:srgbClr val="000000"/>
                </a:solidFill>
                <a:ea typeface="黑体"/>
              </a:rPr>
              <a:t>Personnel</a:t>
            </a:r>
            <a:r>
              <a:rPr lang="zh-CN" altLang="en-US" sz="1200" dirty="0">
                <a:solidFill>
                  <a:srgbClr val="000000"/>
                </a:solidFill>
                <a:ea typeface="黑体"/>
              </a:rPr>
              <a:t>这些</a:t>
            </a:r>
            <a:r>
              <a:rPr lang="en-US" altLang="zh-CN" sz="1200" dirty="0">
                <a:solidFill>
                  <a:srgbClr val="000000"/>
                </a:solidFill>
                <a:ea typeface="黑体"/>
              </a:rPr>
              <a:t>Report </a:t>
            </a:r>
            <a:r>
              <a:rPr lang="zh-CN" altLang="zh-CN" sz="1200" b="0" i="0" kern="1200" dirty="0">
                <a:solidFill>
                  <a:schemeClr val="tx1"/>
                </a:solidFill>
                <a:effectLst/>
                <a:latin typeface="+mn-lt"/>
                <a:ea typeface="+mn-ea"/>
                <a:cs typeface="+mn-cs"/>
              </a:rPr>
              <a:t>Category</a:t>
            </a:r>
            <a:r>
              <a:rPr lang="zh-CN" altLang="en-US" sz="1200" b="0" i="0" kern="1200" dirty="0">
                <a:solidFill>
                  <a:schemeClr val="tx1"/>
                </a:solidFill>
                <a:effectLst/>
                <a:latin typeface="+mn-lt"/>
                <a:ea typeface="+mn-ea"/>
                <a:cs typeface="+mn-cs"/>
              </a:rPr>
              <a:t>下面要分别把</a:t>
            </a:r>
            <a:r>
              <a:rPr lang="zh-CN" altLang="zh-CN" sz="1200" i="0" kern="1200" dirty="0">
                <a:solidFill>
                  <a:srgbClr val="107C10"/>
                </a:solidFill>
                <a:effectLst/>
                <a:latin typeface="+mn-lt"/>
                <a:ea typeface="+mn-ea"/>
                <a:cs typeface="+mn-cs"/>
              </a:rPr>
              <a:t>+ Highlights</a:t>
            </a:r>
            <a:r>
              <a:rPr lang="en-US" altLang="zh-CN" sz="1200" i="0" kern="1200" dirty="0">
                <a:solidFill>
                  <a:srgbClr val="107C10"/>
                </a:solidFill>
                <a:effectLst/>
                <a:latin typeface="+mn-lt"/>
                <a:ea typeface="+mn-ea"/>
                <a:cs typeface="+mn-cs"/>
              </a:rPr>
              <a:t>:</a:t>
            </a:r>
            <a:r>
              <a:rPr lang="zh-CN" altLang="en-US" sz="1200" dirty="0">
                <a:solidFill>
                  <a:srgbClr val="000000"/>
                </a:solidFill>
                <a:ea typeface="黑体"/>
              </a:rPr>
              <a:t>和</a:t>
            </a:r>
            <a:r>
              <a:rPr lang="zh-CN" altLang="zh-CN" sz="1200" i="0" kern="1200" dirty="0">
                <a:solidFill>
                  <a:srgbClr val="D13438"/>
                </a:solidFill>
                <a:effectLst/>
                <a:latin typeface="+mn-lt"/>
                <a:ea typeface="+mn-ea"/>
                <a:cs typeface="+mn-cs"/>
              </a:rPr>
              <a:t>- Lowlights</a:t>
            </a:r>
            <a:r>
              <a:rPr lang="en-US" altLang="zh-CN" sz="1200" kern="1200" dirty="0">
                <a:solidFill>
                  <a:srgbClr val="D13438"/>
                </a:solidFill>
                <a:latin typeface="+mn-lt"/>
                <a:ea typeface="+mn-ea"/>
                <a:cs typeface="+mn-cs"/>
              </a:rPr>
              <a:t>:</a:t>
            </a:r>
            <a:r>
              <a:rPr lang="zh-CN" altLang="en-US" sz="1200" kern="1200" dirty="0">
                <a:solidFill>
                  <a:srgbClr val="D13438"/>
                </a:solidFill>
                <a:latin typeface="+mn-lt"/>
                <a:ea typeface="+mn-ea"/>
                <a:cs typeface="+mn-cs"/>
              </a:rPr>
              <a:t>区分输出，如果</a:t>
            </a:r>
            <a:r>
              <a:rPr lang="zh-CN" altLang="zh-CN" sz="1200" i="0" kern="1200" dirty="0">
                <a:solidFill>
                  <a:srgbClr val="107C10"/>
                </a:solidFill>
                <a:effectLst/>
                <a:latin typeface="+mn-lt"/>
                <a:ea typeface="+mn-ea"/>
                <a:cs typeface="+mn-cs"/>
              </a:rPr>
              <a:t>+ Highlights</a:t>
            </a:r>
            <a:r>
              <a:rPr lang="en-US" altLang="zh-CN" sz="1200" i="0" kern="1200" dirty="0">
                <a:solidFill>
                  <a:srgbClr val="107C10"/>
                </a:solidFill>
                <a:effectLst/>
                <a:latin typeface="+mn-lt"/>
                <a:ea typeface="+mn-ea"/>
                <a:cs typeface="+mn-cs"/>
              </a:rPr>
              <a:t>:</a:t>
            </a:r>
            <a:r>
              <a:rPr lang="zh-CN" altLang="en-US" sz="1200" i="0" kern="1200" dirty="0">
                <a:solidFill>
                  <a:srgbClr val="000000"/>
                </a:solidFill>
                <a:effectLst/>
                <a:latin typeface="+mn-lt"/>
                <a:ea typeface="黑体"/>
                <a:cs typeface="+mn-cs"/>
              </a:rPr>
              <a:t>或</a:t>
            </a:r>
            <a:r>
              <a:rPr lang="zh-CN" altLang="zh-CN" sz="1200" i="0" kern="1200" dirty="0">
                <a:solidFill>
                  <a:srgbClr val="D13438"/>
                </a:solidFill>
                <a:effectLst/>
                <a:latin typeface="+mn-lt"/>
                <a:ea typeface="+mn-ea"/>
                <a:cs typeface="+mn-cs"/>
              </a:rPr>
              <a:t>- Lowlights</a:t>
            </a:r>
            <a:r>
              <a:rPr lang="zh-CN" altLang="en-US" sz="1200" i="0" kern="1200" dirty="0">
                <a:solidFill>
                  <a:srgbClr val="D13438"/>
                </a:solidFill>
                <a:effectLst/>
                <a:latin typeface="+mn-lt"/>
                <a:ea typeface="+mn-ea"/>
                <a:cs typeface="+mn-cs"/>
              </a:rPr>
              <a:t>中没有任何</a:t>
            </a:r>
            <a:r>
              <a:rPr lang="en-US" altLang="zh-CN" sz="1200" i="0" kern="1200" dirty="0">
                <a:solidFill>
                  <a:srgbClr val="D13438"/>
                </a:solidFill>
                <a:effectLst/>
                <a:latin typeface="+mn-lt"/>
                <a:ea typeface="+mn-ea"/>
                <a:cs typeface="+mn-cs"/>
              </a:rPr>
              <a:t>Content</a:t>
            </a:r>
            <a:r>
              <a:rPr lang="zh-CN" altLang="en-US" sz="1200" i="0" kern="1200" dirty="0">
                <a:solidFill>
                  <a:srgbClr val="D13438"/>
                </a:solidFill>
                <a:effectLst/>
                <a:latin typeface="+mn-lt"/>
                <a:ea typeface="+mn-ea"/>
                <a:cs typeface="+mn-cs"/>
              </a:rPr>
              <a:t>，则直接不需要输出该</a:t>
            </a:r>
            <a:r>
              <a:rPr lang="zh-CN" altLang="zh-CN" sz="1200" i="0" kern="1200" dirty="0">
                <a:solidFill>
                  <a:srgbClr val="107C10"/>
                </a:solidFill>
                <a:effectLst/>
                <a:latin typeface="+mn-lt"/>
                <a:ea typeface="+mn-ea"/>
                <a:cs typeface="+mn-cs"/>
              </a:rPr>
              <a:t>+ Highlights</a:t>
            </a:r>
            <a:r>
              <a:rPr lang="en-US" altLang="zh-CN" sz="1200" i="0" kern="1200" dirty="0">
                <a:solidFill>
                  <a:srgbClr val="107C10"/>
                </a:solidFill>
                <a:effectLst/>
                <a:latin typeface="+mn-lt"/>
                <a:ea typeface="+mn-ea"/>
                <a:cs typeface="+mn-cs"/>
              </a:rPr>
              <a:t>:</a:t>
            </a:r>
            <a:r>
              <a:rPr lang="zh-CN" altLang="en-US" sz="1200" i="0" kern="1200" dirty="0">
                <a:solidFill>
                  <a:srgbClr val="000000"/>
                </a:solidFill>
                <a:effectLst/>
                <a:latin typeface="+mn-lt"/>
                <a:ea typeface="黑体"/>
                <a:cs typeface="+mn-cs"/>
              </a:rPr>
              <a:t>或</a:t>
            </a:r>
            <a:r>
              <a:rPr lang="zh-CN" altLang="zh-CN" sz="1200" i="0" kern="1200" dirty="0">
                <a:solidFill>
                  <a:srgbClr val="D13438"/>
                </a:solidFill>
                <a:effectLst/>
                <a:latin typeface="+mn-lt"/>
                <a:ea typeface="+mn-ea"/>
                <a:cs typeface="+mn-cs"/>
              </a:rPr>
              <a:t>- Lowlights</a:t>
            </a:r>
            <a:r>
              <a:rPr lang="zh-CN" altLang="en-US" sz="1200" i="0" kern="1200" dirty="0">
                <a:solidFill>
                  <a:srgbClr val="D13438"/>
                </a:solidFill>
                <a:effectLst/>
                <a:latin typeface="+mn-lt"/>
                <a:ea typeface="+mn-ea"/>
                <a:cs typeface="+mn-cs"/>
              </a:rPr>
              <a:t>（不需要输出代表连</a:t>
            </a:r>
            <a:r>
              <a:rPr lang="zh-CN" altLang="zh-CN" sz="1200" i="0" kern="1200" dirty="0">
                <a:solidFill>
                  <a:srgbClr val="107C10"/>
                </a:solidFill>
                <a:effectLst/>
                <a:latin typeface="+mn-lt"/>
                <a:ea typeface="+mn-ea"/>
                <a:cs typeface="+mn-cs"/>
              </a:rPr>
              <a:t>+ Highlights</a:t>
            </a:r>
            <a:r>
              <a:rPr lang="en-US" altLang="zh-CN" sz="1200" i="0" kern="1200" dirty="0">
                <a:solidFill>
                  <a:srgbClr val="107C10"/>
                </a:solidFill>
                <a:effectLst/>
                <a:latin typeface="+mn-lt"/>
                <a:ea typeface="+mn-ea"/>
                <a:cs typeface="+mn-cs"/>
              </a:rPr>
              <a:t>:</a:t>
            </a:r>
            <a:r>
              <a:rPr lang="zh-CN" altLang="en-US" sz="1200" i="0" kern="1200" dirty="0">
                <a:solidFill>
                  <a:srgbClr val="000000"/>
                </a:solidFill>
                <a:effectLst/>
                <a:latin typeface="+mn-lt"/>
                <a:ea typeface="黑体"/>
                <a:cs typeface="+mn-cs"/>
              </a:rPr>
              <a:t>或</a:t>
            </a:r>
            <a:r>
              <a:rPr lang="zh-CN" altLang="zh-CN" sz="1200" i="0" kern="1200" dirty="0">
                <a:solidFill>
                  <a:srgbClr val="D13438"/>
                </a:solidFill>
                <a:effectLst/>
                <a:latin typeface="+mn-lt"/>
                <a:ea typeface="+mn-ea"/>
                <a:cs typeface="+mn-cs"/>
              </a:rPr>
              <a:t>- Lowlights</a:t>
            </a:r>
            <a:r>
              <a:rPr lang="zh-CN" altLang="en-US" sz="1200" i="0" kern="1200" dirty="0">
                <a:solidFill>
                  <a:srgbClr val="D13438"/>
                </a:solidFill>
                <a:effectLst/>
                <a:latin typeface="+mn-lt"/>
                <a:ea typeface="+mn-ea"/>
                <a:cs typeface="+mn-cs"/>
              </a:rPr>
              <a:t>这几个字也不需要输出）。</a:t>
            </a:r>
            <a:r>
              <a:rPr lang="zh-CN" altLang="en-US" dirty="0"/>
              <a:t>如果内容过多，此区域装不下，则缩小字号来匹配</a:t>
            </a:r>
            <a:r>
              <a:rPr lang="zh-CN" altLang="en-US" sz="1200" kern="0" dirty="0">
                <a:solidFill>
                  <a:srgbClr val="FF0000"/>
                </a:solidFill>
                <a:latin typeface="+mn-lt"/>
                <a:ea typeface="黑体"/>
                <a:cs typeface="Arial"/>
              </a:rPr>
              <a:t>。</a:t>
            </a:r>
            <a:endParaRPr lang="en-US" altLang="zh-CN" sz="1200" kern="0" dirty="0">
              <a:solidFill>
                <a:srgbClr val="FF0000"/>
              </a:solidFill>
              <a:latin typeface="+mn-lt"/>
              <a:ea typeface="黑体"/>
              <a:cs typeface="Arial"/>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altLang="zh-CN" sz="1200" dirty="0">
              <a:solidFill>
                <a:srgbClr val="000000"/>
              </a:solidFill>
              <a:ea typeface="黑体"/>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altLang="zh-CN" sz="1200" dirty="0">
              <a:solidFill>
                <a:srgbClr val="000000"/>
              </a:solidFill>
              <a:ea typeface="黑体"/>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altLang="zh-CN" sz="1200" dirty="0">
              <a:solidFill>
                <a:srgbClr val="000000"/>
              </a:solidFill>
              <a:ea typeface="黑体"/>
            </a:endParaRPr>
          </a:p>
          <a:p>
            <a:pPr marL="228600" indent="-228600">
              <a:buAutoNum type="arabicPeriod"/>
            </a:pPr>
            <a:endParaRPr lang="en-US" altLang="zh-CN" dirty="0"/>
          </a:p>
          <a:p>
            <a:pPr marL="228600" indent="-228600">
              <a:buAutoNum type="arabicPeriod"/>
            </a:pPr>
            <a:endParaRPr lang="de-DE" dirty="0"/>
          </a:p>
        </p:txBody>
      </p:sp>
      <p:sp>
        <p:nvSpPr>
          <p:cNvPr id="5" name="Foliennummernplatzhalt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7B9E9-6F9D-4999-8E35-8BAD09A8460E}" type="slidenum">
              <a:rPr kumimoji="0" lang="de-DE" sz="1200" b="0" i="0" u="none" strike="noStrike" kern="1200" cap="none" spc="0" normalizeH="0" baseline="0" noProof="0" smtClean="0">
                <a:ln>
                  <a:noFill/>
                </a:ln>
                <a:solidFill>
                  <a:srgbClr val="000000"/>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020721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C1AA8-4A24-85F4-68D2-4EA14B0F86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95A89A9-21CA-FB91-ACAB-78FD3CBE2BB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996EA4D-617F-6B4A-6889-31F8AB5449B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红色框里面的是需要系统自动生成的部分，目前模板展示的是样板，请按照样板的格式自动生成对应的内容：</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自动输出</a:t>
            </a:r>
            <a:r>
              <a:rPr lang="en-US" altLang="zh-CN" dirty="0"/>
              <a:t>Plant Name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ltLang="zh-CN" dirty="0"/>
              <a:t>Production &amp; Quality</a:t>
            </a:r>
            <a:r>
              <a:rPr lang="zh-CN" altLang="en-US" dirty="0"/>
              <a:t>子页面，</a:t>
            </a:r>
            <a:r>
              <a:rPr lang="en-US" altLang="zh-CN" dirty="0"/>
              <a:t>Production</a:t>
            </a:r>
            <a:r>
              <a:rPr lang="zh-CN" altLang="en-US" dirty="0"/>
              <a:t>区域左上角的横坐标是月份的柱状堆叠图</a:t>
            </a:r>
            <a:r>
              <a:rPr lang="en-US" altLang="zh-CN" dirty="0"/>
              <a:t>+</a:t>
            </a:r>
            <a:r>
              <a:rPr lang="zh-CN" altLang="en-US" dirty="0"/>
              <a:t>折线图表。可以直接输出带有数据标签的图片，此图表区域面积固定，输出的图表要在此区域内，请输出合理的图表尺寸且不能产生变形。</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从</a:t>
            </a:r>
            <a:r>
              <a:rPr lang="en-US" altLang="zh-CN" dirty="0"/>
              <a:t>Monthly Report</a:t>
            </a:r>
            <a:r>
              <a:rPr lang="zh-CN" altLang="en-US" dirty="0"/>
              <a:t>页面中输出</a:t>
            </a:r>
            <a:r>
              <a:rPr lang="zh-CN" altLang="zh-CN" sz="1200" b="0" i="0" kern="1200" dirty="0">
                <a:solidFill>
                  <a:schemeClr val="tx1"/>
                </a:solidFill>
                <a:effectLst/>
                <a:latin typeface="+mn-lt"/>
                <a:ea typeface="+mn-ea"/>
                <a:cs typeface="+mn-cs"/>
              </a:rPr>
              <a:t>Report Category</a:t>
            </a:r>
            <a:r>
              <a:rPr lang="zh-CN" altLang="en-US" sz="1200" b="0" i="0" kern="1200" dirty="0">
                <a:solidFill>
                  <a:schemeClr val="tx1"/>
                </a:solidFill>
                <a:effectLst/>
                <a:latin typeface="+mn-lt"/>
                <a:ea typeface="+mn-ea"/>
                <a:cs typeface="+mn-cs"/>
              </a:rPr>
              <a:t>为</a:t>
            </a:r>
            <a:r>
              <a:rPr lang="en-US" altLang="zh-CN" sz="1200" b="0" i="0" kern="1200" dirty="0">
                <a:solidFill>
                  <a:schemeClr val="tx1"/>
                </a:solidFill>
                <a:effectLst/>
                <a:latin typeface="+mn-lt"/>
                <a:ea typeface="+mn-ea"/>
                <a:cs typeface="+mn-cs"/>
              </a:rPr>
              <a:t>Production Update</a:t>
            </a:r>
            <a:r>
              <a:rPr lang="zh-CN" altLang="en-US" sz="1200" b="0" i="0" kern="1200" dirty="0">
                <a:solidFill>
                  <a:schemeClr val="tx1"/>
                </a:solidFill>
                <a:effectLst/>
                <a:latin typeface="+mn-lt"/>
                <a:ea typeface="+mn-ea"/>
                <a:cs typeface="+mn-cs"/>
              </a:rPr>
              <a:t>的</a:t>
            </a:r>
            <a:r>
              <a:rPr lang="zh-CN" altLang="zh-CN" sz="1200" i="0" kern="1200" dirty="0">
                <a:solidFill>
                  <a:srgbClr val="107C10"/>
                </a:solidFill>
                <a:effectLst/>
                <a:latin typeface="+mn-lt"/>
                <a:ea typeface="+mn-ea"/>
                <a:cs typeface="+mn-cs"/>
              </a:rPr>
              <a:t>+ Highlights</a:t>
            </a:r>
            <a:r>
              <a:rPr lang="en-US" altLang="zh-CN" sz="1200" i="0" kern="1200" dirty="0">
                <a:solidFill>
                  <a:srgbClr val="107C10"/>
                </a:solidFill>
                <a:effectLst/>
                <a:latin typeface="+mn-lt"/>
                <a:ea typeface="+mn-ea"/>
                <a:cs typeface="+mn-cs"/>
              </a:rPr>
              <a:t>:</a:t>
            </a:r>
            <a:r>
              <a:rPr lang="zh-CN" altLang="en-US" sz="1200" dirty="0">
                <a:solidFill>
                  <a:srgbClr val="000000"/>
                </a:solidFill>
                <a:ea typeface="黑体"/>
              </a:rPr>
              <a:t>和</a:t>
            </a:r>
            <a:r>
              <a:rPr lang="zh-CN" altLang="zh-CN" sz="1200" i="0" kern="1200" dirty="0">
                <a:solidFill>
                  <a:srgbClr val="D13438"/>
                </a:solidFill>
                <a:effectLst/>
                <a:latin typeface="+mn-lt"/>
                <a:ea typeface="+mn-ea"/>
                <a:cs typeface="+mn-cs"/>
              </a:rPr>
              <a:t>- Lowlights</a:t>
            </a:r>
            <a:r>
              <a:rPr lang="en-US" altLang="zh-CN" sz="1200" kern="1200" dirty="0">
                <a:solidFill>
                  <a:srgbClr val="D13438"/>
                </a:solidFill>
                <a:latin typeface="+mn-lt"/>
                <a:ea typeface="+mn-ea"/>
                <a:cs typeface="+mn-cs"/>
              </a:rPr>
              <a:t>:</a:t>
            </a:r>
            <a:r>
              <a:rPr lang="zh-CN" altLang="en-US" sz="1200" kern="1200" dirty="0">
                <a:solidFill>
                  <a:srgbClr val="D13438"/>
                </a:solidFill>
                <a:latin typeface="+mn-lt"/>
                <a:ea typeface="+mn-ea"/>
                <a:cs typeface="+mn-cs"/>
              </a:rPr>
              <a:t>内容</a:t>
            </a:r>
            <a:r>
              <a:rPr lang="zh-CN" altLang="en-US" sz="1200" b="0" i="0" kern="1200" dirty="0">
                <a:solidFill>
                  <a:schemeClr val="tx1"/>
                </a:solidFill>
                <a:effectLst/>
                <a:latin typeface="+mn-lt"/>
                <a:ea typeface="+mn-ea"/>
                <a:cs typeface="+mn-cs"/>
              </a:rPr>
              <a:t>，分别把</a:t>
            </a:r>
            <a:r>
              <a:rPr lang="zh-CN" altLang="zh-CN" sz="1200" i="0" kern="1200" dirty="0">
                <a:solidFill>
                  <a:srgbClr val="107C10"/>
                </a:solidFill>
                <a:effectLst/>
                <a:latin typeface="+mn-lt"/>
                <a:ea typeface="+mn-ea"/>
                <a:cs typeface="+mn-cs"/>
              </a:rPr>
              <a:t>+ Highlights</a:t>
            </a:r>
            <a:r>
              <a:rPr lang="en-US" altLang="zh-CN" sz="1200" i="0" kern="1200" dirty="0">
                <a:solidFill>
                  <a:srgbClr val="107C10"/>
                </a:solidFill>
                <a:effectLst/>
                <a:latin typeface="+mn-lt"/>
                <a:ea typeface="+mn-ea"/>
                <a:cs typeface="+mn-cs"/>
              </a:rPr>
              <a:t>:</a:t>
            </a:r>
            <a:r>
              <a:rPr lang="zh-CN" altLang="en-US" sz="1200" dirty="0">
                <a:solidFill>
                  <a:srgbClr val="000000"/>
                </a:solidFill>
                <a:ea typeface="黑体"/>
              </a:rPr>
              <a:t>和</a:t>
            </a:r>
            <a:r>
              <a:rPr lang="zh-CN" altLang="zh-CN" sz="1200" i="0" kern="1200" dirty="0">
                <a:solidFill>
                  <a:srgbClr val="D13438"/>
                </a:solidFill>
                <a:effectLst/>
                <a:latin typeface="+mn-lt"/>
                <a:ea typeface="+mn-ea"/>
                <a:cs typeface="+mn-cs"/>
              </a:rPr>
              <a:t>- Lowlights</a:t>
            </a:r>
            <a:r>
              <a:rPr lang="en-US" altLang="zh-CN" sz="1200" kern="1200" dirty="0">
                <a:solidFill>
                  <a:srgbClr val="D13438"/>
                </a:solidFill>
                <a:latin typeface="+mn-lt"/>
                <a:ea typeface="+mn-ea"/>
                <a:cs typeface="+mn-cs"/>
              </a:rPr>
              <a:t>:</a:t>
            </a:r>
            <a:r>
              <a:rPr lang="zh-CN" altLang="en-US" sz="1200" kern="1200" dirty="0">
                <a:solidFill>
                  <a:srgbClr val="D13438"/>
                </a:solidFill>
                <a:latin typeface="+mn-lt"/>
                <a:ea typeface="+mn-ea"/>
                <a:cs typeface="+mn-cs"/>
              </a:rPr>
              <a:t>区分输出，如果</a:t>
            </a:r>
            <a:r>
              <a:rPr lang="zh-CN" altLang="zh-CN" sz="1200" i="0" kern="1200" dirty="0">
                <a:solidFill>
                  <a:srgbClr val="107C10"/>
                </a:solidFill>
                <a:effectLst/>
                <a:latin typeface="+mn-lt"/>
                <a:ea typeface="+mn-ea"/>
                <a:cs typeface="+mn-cs"/>
              </a:rPr>
              <a:t>+ Highlights</a:t>
            </a:r>
            <a:r>
              <a:rPr lang="en-US" altLang="zh-CN" sz="1200" i="0" kern="1200" dirty="0">
                <a:solidFill>
                  <a:srgbClr val="107C10"/>
                </a:solidFill>
                <a:effectLst/>
                <a:latin typeface="+mn-lt"/>
                <a:ea typeface="+mn-ea"/>
                <a:cs typeface="+mn-cs"/>
              </a:rPr>
              <a:t>:</a:t>
            </a:r>
            <a:r>
              <a:rPr lang="zh-CN" altLang="en-US" sz="1200" i="0" kern="1200" dirty="0">
                <a:solidFill>
                  <a:srgbClr val="000000"/>
                </a:solidFill>
                <a:effectLst/>
                <a:latin typeface="+mn-lt"/>
                <a:ea typeface="黑体"/>
                <a:cs typeface="+mn-cs"/>
              </a:rPr>
              <a:t>或</a:t>
            </a:r>
            <a:r>
              <a:rPr lang="zh-CN" altLang="zh-CN" sz="1200" i="0" kern="1200" dirty="0">
                <a:solidFill>
                  <a:srgbClr val="D13438"/>
                </a:solidFill>
                <a:effectLst/>
                <a:latin typeface="+mn-lt"/>
                <a:ea typeface="+mn-ea"/>
                <a:cs typeface="+mn-cs"/>
              </a:rPr>
              <a:t>- Lowlights</a:t>
            </a:r>
            <a:r>
              <a:rPr lang="zh-CN" altLang="en-US" sz="1200" i="0" kern="1200" dirty="0">
                <a:solidFill>
                  <a:srgbClr val="D13438"/>
                </a:solidFill>
                <a:effectLst/>
                <a:latin typeface="+mn-lt"/>
                <a:ea typeface="+mn-ea"/>
                <a:cs typeface="+mn-cs"/>
              </a:rPr>
              <a:t>中没有任何</a:t>
            </a:r>
            <a:r>
              <a:rPr lang="en-US" altLang="zh-CN" sz="1200" i="0" kern="1200" dirty="0">
                <a:solidFill>
                  <a:srgbClr val="D13438"/>
                </a:solidFill>
                <a:effectLst/>
                <a:latin typeface="+mn-lt"/>
                <a:ea typeface="+mn-ea"/>
                <a:cs typeface="+mn-cs"/>
              </a:rPr>
              <a:t>Content</a:t>
            </a:r>
            <a:r>
              <a:rPr lang="zh-CN" altLang="en-US" sz="1200" i="0" kern="1200" dirty="0">
                <a:solidFill>
                  <a:srgbClr val="D13438"/>
                </a:solidFill>
                <a:effectLst/>
                <a:latin typeface="+mn-lt"/>
                <a:ea typeface="+mn-ea"/>
                <a:cs typeface="+mn-cs"/>
              </a:rPr>
              <a:t>，则直接不需要输出该</a:t>
            </a:r>
            <a:r>
              <a:rPr lang="zh-CN" altLang="zh-CN" sz="1200" i="0" kern="1200" dirty="0">
                <a:solidFill>
                  <a:srgbClr val="107C10"/>
                </a:solidFill>
                <a:effectLst/>
                <a:latin typeface="+mn-lt"/>
                <a:ea typeface="+mn-ea"/>
                <a:cs typeface="+mn-cs"/>
              </a:rPr>
              <a:t>+ Highlights</a:t>
            </a:r>
            <a:r>
              <a:rPr lang="en-US" altLang="zh-CN" sz="1200" i="0" kern="1200" dirty="0">
                <a:solidFill>
                  <a:srgbClr val="107C10"/>
                </a:solidFill>
                <a:effectLst/>
                <a:latin typeface="+mn-lt"/>
                <a:ea typeface="+mn-ea"/>
                <a:cs typeface="+mn-cs"/>
              </a:rPr>
              <a:t>:</a:t>
            </a:r>
            <a:r>
              <a:rPr lang="zh-CN" altLang="en-US" sz="1200" i="0" kern="1200" dirty="0">
                <a:solidFill>
                  <a:srgbClr val="000000"/>
                </a:solidFill>
                <a:effectLst/>
                <a:latin typeface="+mn-lt"/>
                <a:ea typeface="黑体"/>
                <a:cs typeface="+mn-cs"/>
              </a:rPr>
              <a:t>或</a:t>
            </a:r>
            <a:r>
              <a:rPr lang="zh-CN" altLang="zh-CN" sz="1200" i="0" kern="1200" dirty="0">
                <a:solidFill>
                  <a:srgbClr val="D13438"/>
                </a:solidFill>
                <a:effectLst/>
                <a:latin typeface="+mn-lt"/>
                <a:ea typeface="+mn-ea"/>
                <a:cs typeface="+mn-cs"/>
              </a:rPr>
              <a:t>- Lowlights</a:t>
            </a:r>
            <a:r>
              <a:rPr lang="zh-CN" altLang="en-US" sz="1200" i="0" kern="1200" dirty="0">
                <a:solidFill>
                  <a:srgbClr val="D13438"/>
                </a:solidFill>
                <a:effectLst/>
                <a:latin typeface="+mn-lt"/>
                <a:ea typeface="+mn-ea"/>
                <a:cs typeface="+mn-cs"/>
              </a:rPr>
              <a:t>（不需要输出代表连</a:t>
            </a:r>
            <a:r>
              <a:rPr lang="zh-CN" altLang="zh-CN" sz="1200" i="0" kern="1200" dirty="0">
                <a:solidFill>
                  <a:srgbClr val="107C10"/>
                </a:solidFill>
                <a:effectLst/>
                <a:latin typeface="+mn-lt"/>
                <a:ea typeface="+mn-ea"/>
                <a:cs typeface="+mn-cs"/>
              </a:rPr>
              <a:t>+ Highlights</a:t>
            </a:r>
            <a:r>
              <a:rPr lang="en-US" altLang="zh-CN" sz="1200" i="0" kern="1200" dirty="0">
                <a:solidFill>
                  <a:srgbClr val="107C10"/>
                </a:solidFill>
                <a:effectLst/>
                <a:latin typeface="+mn-lt"/>
                <a:ea typeface="+mn-ea"/>
                <a:cs typeface="+mn-cs"/>
              </a:rPr>
              <a:t>:</a:t>
            </a:r>
            <a:r>
              <a:rPr lang="zh-CN" altLang="en-US" sz="1200" i="0" kern="1200" dirty="0">
                <a:solidFill>
                  <a:srgbClr val="000000"/>
                </a:solidFill>
                <a:effectLst/>
                <a:latin typeface="+mn-lt"/>
                <a:ea typeface="黑体"/>
                <a:cs typeface="+mn-cs"/>
              </a:rPr>
              <a:t>或</a:t>
            </a:r>
            <a:r>
              <a:rPr lang="zh-CN" altLang="zh-CN" sz="1200" i="0" kern="1200" dirty="0">
                <a:solidFill>
                  <a:srgbClr val="D13438"/>
                </a:solidFill>
                <a:effectLst/>
                <a:latin typeface="+mn-lt"/>
                <a:ea typeface="+mn-ea"/>
                <a:cs typeface="+mn-cs"/>
              </a:rPr>
              <a:t>- Lowlights</a:t>
            </a:r>
            <a:r>
              <a:rPr lang="zh-CN" altLang="en-US" sz="1200" i="0" kern="1200" dirty="0">
                <a:solidFill>
                  <a:srgbClr val="D13438"/>
                </a:solidFill>
                <a:effectLst/>
                <a:latin typeface="+mn-lt"/>
                <a:ea typeface="+mn-ea"/>
                <a:cs typeface="+mn-cs"/>
              </a:rPr>
              <a:t>这几个字也不需要输出）。</a:t>
            </a:r>
            <a:r>
              <a:rPr lang="zh-CN" altLang="en-US" dirty="0"/>
              <a:t>如果内容过多，此区域装不下，则缩小字号来匹配</a:t>
            </a:r>
            <a:r>
              <a:rPr lang="zh-CN" altLang="en-US" sz="1200" kern="0" dirty="0">
                <a:solidFill>
                  <a:srgbClr val="FF0000"/>
                </a:solidFill>
                <a:latin typeface="+mn-lt"/>
                <a:ea typeface="黑体"/>
                <a:cs typeface="Arial"/>
              </a:rPr>
              <a:t>。</a:t>
            </a:r>
            <a:endParaRPr lang="en-US" altLang="zh-CN" sz="1200" kern="0" dirty="0">
              <a:solidFill>
                <a:srgbClr val="FF0000"/>
              </a:solidFill>
              <a:latin typeface="+mn-lt"/>
              <a:ea typeface="黑体"/>
              <a:cs typeface="Arial"/>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altLang="zh-CN" sz="1200" b="0" i="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altLang="zh-CN" dirty="0"/>
          </a:p>
          <a:p>
            <a:endParaRPr kumimoji="1" lang="ja-JP" altLang="en-US" dirty="0"/>
          </a:p>
        </p:txBody>
      </p:sp>
      <p:sp>
        <p:nvSpPr>
          <p:cNvPr id="4" name="スライド番号プレースホルダー 3">
            <a:extLst>
              <a:ext uri="{FF2B5EF4-FFF2-40B4-BE49-F238E27FC236}">
                <a16:creationId xmlns:a16="http://schemas.microsoft.com/office/drawing/2014/main" id="{51476F31-3BFC-5D97-E048-B92E82C190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68B9FC-60B2-4D3A-8074-0CAAB8D75A55}"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2242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红色框里面的是需要系统自动生成的部分，目前模板展示的是样板，请按照样板的格式自动生成对应的内容：</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自动输出</a:t>
            </a:r>
            <a:r>
              <a:rPr lang="en-US" altLang="zh-CN" dirty="0"/>
              <a:t>Plant Name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ltLang="zh-CN" dirty="0"/>
              <a:t>Production &amp; Quality</a:t>
            </a:r>
            <a:r>
              <a:rPr lang="zh-CN" altLang="en-US" dirty="0"/>
              <a:t>子页面，</a:t>
            </a:r>
            <a:r>
              <a:rPr lang="en-US" altLang="zh-CN" dirty="0"/>
              <a:t>Quality</a:t>
            </a:r>
            <a:r>
              <a:rPr lang="zh-CN" altLang="en-US" dirty="0"/>
              <a:t>区域左上角的横坐标是月份的柱状堆叠图</a:t>
            </a:r>
            <a:r>
              <a:rPr lang="en-US" altLang="zh-CN" dirty="0"/>
              <a:t>+</a:t>
            </a:r>
            <a:r>
              <a:rPr lang="zh-CN" altLang="en-US" dirty="0"/>
              <a:t>折线图表。可以直接输出带有数据标签的图片，此图表区域面积固定，输出的图表要在此区域内，请输出合理的图表尺寸且不能产生变形。</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从</a:t>
            </a:r>
            <a:r>
              <a:rPr lang="en-US" altLang="zh-CN" dirty="0"/>
              <a:t>Monthly Report</a:t>
            </a:r>
            <a:r>
              <a:rPr lang="zh-CN" altLang="en-US" dirty="0"/>
              <a:t>页面中输出</a:t>
            </a:r>
            <a:r>
              <a:rPr lang="zh-CN" altLang="zh-CN" sz="1200" b="0" i="0" kern="1200" dirty="0">
                <a:solidFill>
                  <a:schemeClr val="tx1"/>
                </a:solidFill>
                <a:effectLst/>
                <a:latin typeface="+mn-lt"/>
                <a:ea typeface="+mn-ea"/>
                <a:cs typeface="+mn-cs"/>
              </a:rPr>
              <a:t>Report Category</a:t>
            </a:r>
            <a:r>
              <a:rPr lang="zh-CN" altLang="en-US" sz="1200" b="0" i="0" kern="1200" dirty="0">
                <a:solidFill>
                  <a:schemeClr val="tx1"/>
                </a:solidFill>
                <a:effectLst/>
                <a:latin typeface="+mn-lt"/>
                <a:ea typeface="+mn-ea"/>
                <a:cs typeface="+mn-cs"/>
              </a:rPr>
              <a:t>为</a:t>
            </a:r>
            <a:r>
              <a:rPr lang="en-US" altLang="zh-CN" sz="1200" b="0" i="0" kern="1200" dirty="0">
                <a:solidFill>
                  <a:schemeClr val="tx1"/>
                </a:solidFill>
                <a:effectLst/>
                <a:latin typeface="+mn-lt"/>
                <a:ea typeface="+mn-ea"/>
                <a:cs typeface="+mn-cs"/>
              </a:rPr>
              <a:t>Production Update</a:t>
            </a:r>
            <a:r>
              <a:rPr lang="zh-CN" altLang="en-US" sz="1200" b="0" i="0" kern="1200" dirty="0">
                <a:solidFill>
                  <a:schemeClr val="tx1"/>
                </a:solidFill>
                <a:effectLst/>
                <a:latin typeface="+mn-lt"/>
                <a:ea typeface="+mn-ea"/>
                <a:cs typeface="+mn-cs"/>
              </a:rPr>
              <a:t>的</a:t>
            </a:r>
            <a:r>
              <a:rPr lang="zh-CN" altLang="zh-CN" sz="1200" i="0" kern="1200" dirty="0">
                <a:solidFill>
                  <a:srgbClr val="107C10"/>
                </a:solidFill>
                <a:effectLst/>
                <a:latin typeface="+mn-lt"/>
                <a:ea typeface="+mn-ea"/>
                <a:cs typeface="+mn-cs"/>
              </a:rPr>
              <a:t>+ Highlights</a:t>
            </a:r>
            <a:r>
              <a:rPr lang="en-US" altLang="zh-CN" sz="1200" i="0" kern="1200" dirty="0">
                <a:solidFill>
                  <a:srgbClr val="107C10"/>
                </a:solidFill>
                <a:effectLst/>
                <a:latin typeface="+mn-lt"/>
                <a:ea typeface="+mn-ea"/>
                <a:cs typeface="+mn-cs"/>
              </a:rPr>
              <a:t>:</a:t>
            </a:r>
            <a:r>
              <a:rPr lang="zh-CN" altLang="en-US" sz="1200" dirty="0">
                <a:solidFill>
                  <a:srgbClr val="000000"/>
                </a:solidFill>
                <a:ea typeface="黑体"/>
              </a:rPr>
              <a:t>和</a:t>
            </a:r>
            <a:r>
              <a:rPr lang="zh-CN" altLang="zh-CN" sz="1200" i="0" kern="1200" dirty="0">
                <a:solidFill>
                  <a:srgbClr val="D13438"/>
                </a:solidFill>
                <a:effectLst/>
                <a:latin typeface="+mn-lt"/>
                <a:ea typeface="+mn-ea"/>
                <a:cs typeface="+mn-cs"/>
              </a:rPr>
              <a:t>- Lowlights</a:t>
            </a:r>
            <a:r>
              <a:rPr lang="en-US" altLang="zh-CN" sz="1200" kern="1200" dirty="0">
                <a:solidFill>
                  <a:srgbClr val="D13438"/>
                </a:solidFill>
                <a:latin typeface="+mn-lt"/>
                <a:ea typeface="+mn-ea"/>
                <a:cs typeface="+mn-cs"/>
              </a:rPr>
              <a:t>:</a:t>
            </a:r>
            <a:r>
              <a:rPr lang="zh-CN" altLang="en-US" sz="1200" kern="1200" dirty="0">
                <a:solidFill>
                  <a:srgbClr val="D13438"/>
                </a:solidFill>
                <a:latin typeface="+mn-lt"/>
                <a:ea typeface="+mn-ea"/>
                <a:cs typeface="+mn-cs"/>
              </a:rPr>
              <a:t>内容</a:t>
            </a:r>
            <a:r>
              <a:rPr lang="zh-CN" altLang="en-US" sz="1200" b="0" i="0" kern="1200" dirty="0">
                <a:solidFill>
                  <a:schemeClr val="tx1"/>
                </a:solidFill>
                <a:effectLst/>
                <a:latin typeface="+mn-lt"/>
                <a:ea typeface="+mn-ea"/>
                <a:cs typeface="+mn-cs"/>
              </a:rPr>
              <a:t>，分别把</a:t>
            </a:r>
            <a:r>
              <a:rPr lang="zh-CN" altLang="zh-CN" sz="1200" i="0" kern="1200" dirty="0">
                <a:solidFill>
                  <a:srgbClr val="107C10"/>
                </a:solidFill>
                <a:effectLst/>
                <a:latin typeface="+mn-lt"/>
                <a:ea typeface="+mn-ea"/>
                <a:cs typeface="+mn-cs"/>
              </a:rPr>
              <a:t>+ Highlights</a:t>
            </a:r>
            <a:r>
              <a:rPr lang="en-US" altLang="zh-CN" sz="1200" i="0" kern="1200" dirty="0">
                <a:solidFill>
                  <a:srgbClr val="107C10"/>
                </a:solidFill>
                <a:effectLst/>
                <a:latin typeface="+mn-lt"/>
                <a:ea typeface="+mn-ea"/>
                <a:cs typeface="+mn-cs"/>
              </a:rPr>
              <a:t>:</a:t>
            </a:r>
            <a:r>
              <a:rPr lang="zh-CN" altLang="en-US" sz="1200" dirty="0">
                <a:solidFill>
                  <a:srgbClr val="000000"/>
                </a:solidFill>
                <a:ea typeface="黑体"/>
              </a:rPr>
              <a:t>和</a:t>
            </a:r>
            <a:r>
              <a:rPr lang="zh-CN" altLang="zh-CN" sz="1200" i="0" kern="1200" dirty="0">
                <a:solidFill>
                  <a:srgbClr val="D13438"/>
                </a:solidFill>
                <a:effectLst/>
                <a:latin typeface="+mn-lt"/>
                <a:ea typeface="+mn-ea"/>
                <a:cs typeface="+mn-cs"/>
              </a:rPr>
              <a:t>- Lowlights</a:t>
            </a:r>
            <a:r>
              <a:rPr lang="en-US" altLang="zh-CN" sz="1200" kern="1200" dirty="0">
                <a:solidFill>
                  <a:srgbClr val="D13438"/>
                </a:solidFill>
                <a:latin typeface="+mn-lt"/>
                <a:ea typeface="+mn-ea"/>
                <a:cs typeface="+mn-cs"/>
              </a:rPr>
              <a:t>:</a:t>
            </a:r>
            <a:r>
              <a:rPr lang="zh-CN" altLang="en-US" sz="1200" kern="1200" dirty="0">
                <a:solidFill>
                  <a:srgbClr val="D13438"/>
                </a:solidFill>
                <a:latin typeface="+mn-lt"/>
                <a:ea typeface="+mn-ea"/>
                <a:cs typeface="+mn-cs"/>
              </a:rPr>
              <a:t>区分输出，如果</a:t>
            </a:r>
            <a:r>
              <a:rPr lang="zh-CN" altLang="zh-CN" sz="1200" i="0" kern="1200" dirty="0">
                <a:solidFill>
                  <a:srgbClr val="107C10"/>
                </a:solidFill>
                <a:effectLst/>
                <a:latin typeface="+mn-lt"/>
                <a:ea typeface="+mn-ea"/>
                <a:cs typeface="+mn-cs"/>
              </a:rPr>
              <a:t>+ Highlights</a:t>
            </a:r>
            <a:r>
              <a:rPr lang="en-US" altLang="zh-CN" sz="1200" i="0" kern="1200" dirty="0">
                <a:solidFill>
                  <a:srgbClr val="107C10"/>
                </a:solidFill>
                <a:effectLst/>
                <a:latin typeface="+mn-lt"/>
                <a:ea typeface="+mn-ea"/>
                <a:cs typeface="+mn-cs"/>
              </a:rPr>
              <a:t>:</a:t>
            </a:r>
            <a:r>
              <a:rPr lang="zh-CN" altLang="en-US" sz="1200" i="0" kern="1200" dirty="0">
                <a:solidFill>
                  <a:srgbClr val="000000"/>
                </a:solidFill>
                <a:effectLst/>
                <a:latin typeface="+mn-lt"/>
                <a:ea typeface="黑体"/>
                <a:cs typeface="+mn-cs"/>
              </a:rPr>
              <a:t>或</a:t>
            </a:r>
            <a:r>
              <a:rPr lang="zh-CN" altLang="zh-CN" sz="1200" i="0" kern="1200" dirty="0">
                <a:solidFill>
                  <a:srgbClr val="D13438"/>
                </a:solidFill>
                <a:effectLst/>
                <a:latin typeface="+mn-lt"/>
                <a:ea typeface="+mn-ea"/>
                <a:cs typeface="+mn-cs"/>
              </a:rPr>
              <a:t>- Lowlights</a:t>
            </a:r>
            <a:r>
              <a:rPr lang="zh-CN" altLang="en-US" sz="1200" i="0" kern="1200" dirty="0">
                <a:solidFill>
                  <a:srgbClr val="D13438"/>
                </a:solidFill>
                <a:effectLst/>
                <a:latin typeface="+mn-lt"/>
                <a:ea typeface="+mn-ea"/>
                <a:cs typeface="+mn-cs"/>
              </a:rPr>
              <a:t>中没有任何</a:t>
            </a:r>
            <a:r>
              <a:rPr lang="en-US" altLang="zh-CN" sz="1200" i="0" kern="1200" dirty="0">
                <a:solidFill>
                  <a:srgbClr val="D13438"/>
                </a:solidFill>
                <a:effectLst/>
                <a:latin typeface="+mn-lt"/>
                <a:ea typeface="+mn-ea"/>
                <a:cs typeface="+mn-cs"/>
              </a:rPr>
              <a:t>Content</a:t>
            </a:r>
            <a:r>
              <a:rPr lang="zh-CN" altLang="en-US" sz="1200" i="0" kern="1200" dirty="0">
                <a:solidFill>
                  <a:srgbClr val="D13438"/>
                </a:solidFill>
                <a:effectLst/>
                <a:latin typeface="+mn-lt"/>
                <a:ea typeface="+mn-ea"/>
                <a:cs typeface="+mn-cs"/>
              </a:rPr>
              <a:t>，则直接不需要输出该</a:t>
            </a:r>
            <a:r>
              <a:rPr lang="zh-CN" altLang="zh-CN" sz="1200" i="0" kern="1200" dirty="0">
                <a:solidFill>
                  <a:srgbClr val="107C10"/>
                </a:solidFill>
                <a:effectLst/>
                <a:latin typeface="+mn-lt"/>
                <a:ea typeface="+mn-ea"/>
                <a:cs typeface="+mn-cs"/>
              </a:rPr>
              <a:t>+ Highlights</a:t>
            </a:r>
            <a:r>
              <a:rPr lang="en-US" altLang="zh-CN" sz="1200" i="0" kern="1200" dirty="0">
                <a:solidFill>
                  <a:srgbClr val="107C10"/>
                </a:solidFill>
                <a:effectLst/>
                <a:latin typeface="+mn-lt"/>
                <a:ea typeface="+mn-ea"/>
                <a:cs typeface="+mn-cs"/>
              </a:rPr>
              <a:t>:</a:t>
            </a:r>
            <a:r>
              <a:rPr lang="zh-CN" altLang="en-US" sz="1200" i="0" kern="1200" dirty="0">
                <a:solidFill>
                  <a:srgbClr val="000000"/>
                </a:solidFill>
                <a:effectLst/>
                <a:latin typeface="+mn-lt"/>
                <a:ea typeface="黑体"/>
                <a:cs typeface="+mn-cs"/>
              </a:rPr>
              <a:t>或</a:t>
            </a:r>
            <a:r>
              <a:rPr lang="zh-CN" altLang="zh-CN" sz="1200" i="0" kern="1200" dirty="0">
                <a:solidFill>
                  <a:srgbClr val="D13438"/>
                </a:solidFill>
                <a:effectLst/>
                <a:latin typeface="+mn-lt"/>
                <a:ea typeface="+mn-ea"/>
                <a:cs typeface="+mn-cs"/>
              </a:rPr>
              <a:t>- Lowlights</a:t>
            </a:r>
            <a:r>
              <a:rPr lang="zh-CN" altLang="en-US" sz="1200" i="0" kern="1200" dirty="0">
                <a:solidFill>
                  <a:srgbClr val="D13438"/>
                </a:solidFill>
                <a:effectLst/>
                <a:latin typeface="+mn-lt"/>
                <a:ea typeface="+mn-ea"/>
                <a:cs typeface="+mn-cs"/>
              </a:rPr>
              <a:t>（不需要输出代表连</a:t>
            </a:r>
            <a:r>
              <a:rPr lang="zh-CN" altLang="zh-CN" sz="1200" i="0" kern="1200" dirty="0">
                <a:solidFill>
                  <a:srgbClr val="107C10"/>
                </a:solidFill>
                <a:effectLst/>
                <a:latin typeface="+mn-lt"/>
                <a:ea typeface="+mn-ea"/>
                <a:cs typeface="+mn-cs"/>
              </a:rPr>
              <a:t>+ Highlights</a:t>
            </a:r>
            <a:r>
              <a:rPr lang="en-US" altLang="zh-CN" sz="1200" i="0" kern="1200" dirty="0">
                <a:solidFill>
                  <a:srgbClr val="107C10"/>
                </a:solidFill>
                <a:effectLst/>
                <a:latin typeface="+mn-lt"/>
                <a:ea typeface="+mn-ea"/>
                <a:cs typeface="+mn-cs"/>
              </a:rPr>
              <a:t>:</a:t>
            </a:r>
            <a:r>
              <a:rPr lang="zh-CN" altLang="en-US" sz="1200" i="0" kern="1200" dirty="0">
                <a:solidFill>
                  <a:srgbClr val="000000"/>
                </a:solidFill>
                <a:effectLst/>
                <a:latin typeface="+mn-lt"/>
                <a:ea typeface="黑体"/>
                <a:cs typeface="+mn-cs"/>
              </a:rPr>
              <a:t>或</a:t>
            </a:r>
            <a:r>
              <a:rPr lang="zh-CN" altLang="zh-CN" sz="1200" i="0" kern="1200" dirty="0">
                <a:solidFill>
                  <a:srgbClr val="D13438"/>
                </a:solidFill>
                <a:effectLst/>
                <a:latin typeface="+mn-lt"/>
                <a:ea typeface="+mn-ea"/>
                <a:cs typeface="+mn-cs"/>
              </a:rPr>
              <a:t>- Lowlights</a:t>
            </a:r>
            <a:r>
              <a:rPr lang="zh-CN" altLang="en-US" sz="1200" i="0" kern="1200" dirty="0">
                <a:solidFill>
                  <a:srgbClr val="D13438"/>
                </a:solidFill>
                <a:effectLst/>
                <a:latin typeface="+mn-lt"/>
                <a:ea typeface="+mn-ea"/>
                <a:cs typeface="+mn-cs"/>
              </a:rPr>
              <a:t>这几个字也不需要输出）。</a:t>
            </a:r>
            <a:r>
              <a:rPr lang="zh-CN" altLang="en-US" dirty="0"/>
              <a:t>如果内容过多，此区域装不下，则缩小字号来匹配。</a:t>
            </a:r>
            <a:endParaRPr lang="en-US" altLang="zh-CN" sz="1200" kern="0" dirty="0">
              <a:solidFill>
                <a:srgbClr val="FF0000"/>
              </a:solidFill>
              <a:latin typeface="+mn-lt"/>
              <a:ea typeface="黑体"/>
              <a:cs typeface="Arial"/>
            </a:endParaRPr>
          </a:p>
          <a:p>
            <a:endParaRPr kumimoji="1" lang="ja-JP" altLang="en-US"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68B9FC-60B2-4D3A-8074-0CAAB8D75A55}"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78258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en-US"/>
          </a:p>
        </p:txBody>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红色框里面的是需要系统自动生成的部分，目前模板展示的是样板，请按照样板的格式自动生成对应的内容：</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自动输出</a:t>
            </a:r>
            <a:r>
              <a:rPr lang="en-US" altLang="zh-CN" dirty="0"/>
              <a:t>Plant Name</a:t>
            </a:r>
            <a:endParaRPr kumimoji="1"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1" lang="en-US" altLang="zh-CN" dirty="0"/>
              <a:t>KPI Overview</a:t>
            </a:r>
            <a:r>
              <a:rPr kumimoji="1" lang="zh-CN" altLang="en-US" dirty="0"/>
              <a:t>页面，</a:t>
            </a:r>
            <a:r>
              <a:rPr kumimoji="1" lang="en-US" altLang="zh-CN" dirty="0"/>
              <a:t>KPI Monthly Matrix tab</a:t>
            </a:r>
            <a:r>
              <a:rPr kumimoji="1" lang="zh-CN" altLang="en-US" dirty="0"/>
              <a:t>表直接输出到此区域。</a:t>
            </a:r>
            <a:endParaRPr lang="en-US" altLang="zh-CN" dirty="0"/>
          </a:p>
        </p:txBody>
      </p:sp>
      <p:sp>
        <p:nvSpPr>
          <p:cNvPr id="4" name="スライド番号プレースホルダー 3"/>
          <p:cNvSpPr>
            <a:spLocks noGrp="1"/>
          </p:cNvSpPr>
          <p:nvPr>
            <p:ph type="sldNum" sz="quarter" idx="5"/>
          </p:nvPr>
        </p:nvSpPr>
        <p:spPr/>
        <p:txBody>
          <a:bodyPr/>
          <a:lstStyle/>
          <a:p>
            <a:fld id="{1268B9FC-60B2-4D3A-8074-0CAAB8D75A55}" type="slidenum">
              <a:rPr lang="en-SG" smtClean="0"/>
              <a:t>5</a:t>
            </a:fld>
            <a:endParaRPr lang="en-SG"/>
          </a:p>
        </p:txBody>
      </p:sp>
    </p:spTree>
    <p:extLst>
      <p:ext uri="{BB962C8B-B14F-4D97-AF65-F5344CB8AC3E}">
        <p14:creationId xmlns:p14="http://schemas.microsoft.com/office/powerpoint/2010/main" val="1201812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4.png"/><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image" Target="../media/image5.emf"/><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8.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11.xml"/><Relationship Id="rId5" Type="http://schemas.openxmlformats.org/officeDocument/2006/relationships/image" Target="../media/image8.png"/><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9.emf"/><Relationship Id="rId5" Type="http://schemas.openxmlformats.org/officeDocument/2006/relationships/oleObject" Target="../embeddings/oleObject6.bin"/><Relationship Id="rId4"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4.xml"/><Relationship Id="rId1" Type="http://schemas.openxmlformats.org/officeDocument/2006/relationships/tags" Target="../tags/tag16.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4.xml"/><Relationship Id="rId1" Type="http://schemas.openxmlformats.org/officeDocument/2006/relationships/tags" Target="../tags/tag17.xml"/><Relationship Id="rId5" Type="http://schemas.openxmlformats.org/officeDocument/2006/relationships/image" Target="../media/image4.png"/><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5.xml"/><Relationship Id="rId1" Type="http://schemas.openxmlformats.org/officeDocument/2006/relationships/tags" Target="../tags/tag18.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5.xml"/><Relationship Id="rId1" Type="http://schemas.openxmlformats.org/officeDocument/2006/relationships/tags" Target="../tags/tag19.xml"/><Relationship Id="rId5" Type="http://schemas.openxmlformats.org/officeDocument/2006/relationships/image" Target="../media/image4.png"/><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und Text (2)">
    <p:spTree>
      <p:nvGrpSpPr>
        <p:cNvPr id="1" name=""/>
        <p:cNvGrpSpPr/>
        <p:nvPr/>
      </p:nvGrpSpPr>
      <p:grpSpPr>
        <a:xfrm>
          <a:off x="0" y="0"/>
          <a:ext cx="0" cy="0"/>
          <a:chOff x="0" y="0"/>
          <a:chExt cx="0" cy="0"/>
        </a:xfrm>
      </p:grpSpPr>
      <p:sp>
        <p:nvSpPr>
          <p:cNvPr id="11" name="Titelplatzhalter 4">
            <a:extLst>
              <a:ext uri="{FF2B5EF4-FFF2-40B4-BE49-F238E27FC236}">
                <a16:creationId xmlns:a16="http://schemas.microsoft.com/office/drawing/2014/main" id="{390C50A9-9D78-4408-AB40-1FB207686947}"/>
              </a:ext>
            </a:extLst>
          </p:cNvPr>
          <p:cNvSpPr>
            <a:spLocks noGrp="1"/>
          </p:cNvSpPr>
          <p:nvPr>
            <p:ph type="title"/>
          </p:nvPr>
        </p:nvSpPr>
        <p:spPr>
          <a:xfrm>
            <a:off x="218334" y="430442"/>
            <a:ext cx="11737914" cy="853200"/>
          </a:xfrm>
          <a:prstGeom prst="rect">
            <a:avLst/>
          </a:prstGeom>
        </p:spPr>
        <p:txBody>
          <a:bodyPr vert="horz" lIns="0" tIns="0" rIns="0" bIns="0" rtlCol="0" anchor="t" anchorCtr="0">
            <a:noAutofit/>
          </a:bodyPr>
          <a:lstStyle/>
          <a:p>
            <a:r>
              <a:rPr lang="de-DE"/>
              <a:t>Titelmasterformat durch Klicken bearbeiten</a:t>
            </a:r>
          </a:p>
        </p:txBody>
      </p:sp>
      <p:sp>
        <p:nvSpPr>
          <p:cNvPr id="10" name="Textfeld 9">
            <a:extLst>
              <a:ext uri="{FF2B5EF4-FFF2-40B4-BE49-F238E27FC236}">
                <a16:creationId xmlns:a16="http://schemas.microsoft.com/office/drawing/2014/main" id="{ADA07997-FD75-45CF-9C95-3E73EED606D8}"/>
              </a:ext>
            </a:extLst>
          </p:cNvPr>
          <p:cNvSpPr txBox="1"/>
          <p:nvPr userDrawn="1"/>
        </p:nvSpPr>
        <p:spPr>
          <a:xfrm>
            <a:off x="5987785" y="6451321"/>
            <a:ext cx="216434" cy="184666"/>
          </a:xfrm>
          <a:prstGeom prst="rect">
            <a:avLst/>
          </a:prstGeom>
          <a:noFill/>
        </p:spPr>
        <p:txBody>
          <a:bodyPr wrap="none" lIns="0" tIns="0" rIns="0" bIns="0" rtlCol="0">
            <a:spAutoFit/>
          </a:bodyPr>
          <a:lstStyle/>
          <a:p>
            <a:pPr algn="ctr">
              <a:spcBef>
                <a:spcPts val="110"/>
              </a:spcBef>
              <a:spcAft>
                <a:spcPts val="110"/>
              </a:spcAft>
            </a:pPr>
            <a:r>
              <a:rPr lang="de-DE" sz="1200">
                <a:solidFill>
                  <a:srgbClr val="C50022"/>
                </a:solidFill>
              </a:rPr>
              <a:t>     </a:t>
            </a:r>
            <a:endParaRPr lang="de-DE" sz="1800">
              <a:solidFill>
                <a:srgbClr val="C50022"/>
              </a:solidFill>
            </a:endParaRPr>
          </a:p>
        </p:txBody>
      </p:sp>
      <p:sp>
        <p:nvSpPr>
          <p:cNvPr id="12" name="Datumsplatzhalter 5">
            <a:extLst>
              <a:ext uri="{FF2B5EF4-FFF2-40B4-BE49-F238E27FC236}">
                <a16:creationId xmlns:a16="http://schemas.microsoft.com/office/drawing/2014/main" id="{D7FED6A4-1E67-4BFB-B33E-FB522135D44B}"/>
              </a:ext>
            </a:extLst>
          </p:cNvPr>
          <p:cNvSpPr>
            <a:spLocks noGrp="1"/>
          </p:cNvSpPr>
          <p:nvPr>
            <p:ph type="dt" sz="half" idx="2"/>
          </p:nvPr>
        </p:nvSpPr>
        <p:spPr>
          <a:xfrm>
            <a:off x="685849" y="6516409"/>
            <a:ext cx="468187" cy="175322"/>
          </a:xfrm>
          <a:prstGeom prst="rect">
            <a:avLst/>
          </a:prstGeom>
        </p:spPr>
        <p:txBody>
          <a:bodyPr wrap="none" lIns="0" tIns="0" rIns="0" bIns="0"/>
          <a:lstStyle>
            <a:lvl1pPr>
              <a:defRPr sz="900"/>
            </a:lvl1pPr>
          </a:lstStyle>
          <a:p>
            <a:fld id="{60BD4B92-0B04-4FF3-9330-AF22B11D0566}" type="datetime1">
              <a:rPr lang="de-DE" smtClean="0"/>
              <a:t>07.10.2026</a:t>
            </a:fld>
            <a:endParaRPr lang="de-DE"/>
          </a:p>
        </p:txBody>
      </p:sp>
      <p:sp>
        <p:nvSpPr>
          <p:cNvPr id="13" name="Fußzeilenplatzhalter 6">
            <a:extLst>
              <a:ext uri="{FF2B5EF4-FFF2-40B4-BE49-F238E27FC236}">
                <a16:creationId xmlns:a16="http://schemas.microsoft.com/office/drawing/2014/main" id="{D34A7C90-2662-493E-BCCF-04AD8C9BBB9D}"/>
              </a:ext>
            </a:extLst>
          </p:cNvPr>
          <p:cNvSpPr>
            <a:spLocks noGrp="1"/>
          </p:cNvSpPr>
          <p:nvPr>
            <p:ph type="ftr" sz="quarter" idx="3"/>
          </p:nvPr>
        </p:nvSpPr>
        <p:spPr>
          <a:xfrm>
            <a:off x="1368179" y="6516111"/>
            <a:ext cx="3364707" cy="167933"/>
          </a:xfrm>
          <a:prstGeom prst="rect">
            <a:avLst/>
          </a:prstGeom>
        </p:spPr>
        <p:txBody>
          <a:bodyPr lIns="0" tIns="0" rIns="0" bIns="0"/>
          <a:lstStyle>
            <a:lvl1pPr>
              <a:defRPr sz="900">
                <a:solidFill>
                  <a:srgbClr val="000000"/>
                </a:solidFill>
              </a:defRPr>
            </a:lvl1pPr>
          </a:lstStyle>
          <a:p>
            <a:r>
              <a:rPr lang="de-DE"/>
              <a:t>| RMM</a:t>
            </a:r>
          </a:p>
        </p:txBody>
      </p:sp>
      <p:sp>
        <p:nvSpPr>
          <p:cNvPr id="14" name="Foliennummernplatzhalter 7">
            <a:extLst>
              <a:ext uri="{FF2B5EF4-FFF2-40B4-BE49-F238E27FC236}">
                <a16:creationId xmlns:a16="http://schemas.microsoft.com/office/drawing/2014/main" id="{351431EA-8987-4BC2-9894-D7DB72CA7B1C}"/>
              </a:ext>
            </a:extLst>
          </p:cNvPr>
          <p:cNvSpPr>
            <a:spLocks noGrp="1"/>
          </p:cNvSpPr>
          <p:nvPr>
            <p:ph type="sldNum" sz="quarter" idx="4"/>
          </p:nvPr>
        </p:nvSpPr>
        <p:spPr>
          <a:xfrm>
            <a:off x="227043" y="6514798"/>
            <a:ext cx="384267" cy="151200"/>
          </a:xfrm>
          <a:prstGeom prst="rect">
            <a:avLst/>
          </a:prstGeom>
        </p:spPr>
        <p:txBody>
          <a:bodyPr lIns="0" tIns="0" rIns="0" bIns="0"/>
          <a:lstStyle>
            <a:lvl1pPr>
              <a:defRPr sz="900" b="1"/>
            </a:lvl1pPr>
          </a:lstStyle>
          <a:p>
            <a:fld id="{82EA1D04-CA53-4DE3-84A8-2B63E41036C9}" type="slidenum">
              <a:rPr lang="de-DE" smtClean="0"/>
              <a:pPr/>
              <a:t>‹#›</a:t>
            </a:fld>
            <a:endParaRPr lang="de-DE"/>
          </a:p>
        </p:txBody>
      </p:sp>
      <p:sp>
        <p:nvSpPr>
          <p:cNvPr id="8" name="Textplatzhalter 2">
            <a:extLst>
              <a:ext uri="{FF2B5EF4-FFF2-40B4-BE49-F238E27FC236}">
                <a16:creationId xmlns:a16="http://schemas.microsoft.com/office/drawing/2014/main" id="{B9881CA2-0DCF-43EE-89F9-95AE1044CA07}"/>
              </a:ext>
            </a:extLst>
          </p:cNvPr>
          <p:cNvSpPr>
            <a:spLocks noGrp="1"/>
          </p:cNvSpPr>
          <p:nvPr>
            <p:ph idx="1" hasCustomPrompt="1"/>
          </p:nvPr>
        </p:nvSpPr>
        <p:spPr>
          <a:xfrm>
            <a:off x="211068" y="1964564"/>
            <a:ext cx="11753889" cy="3905999"/>
          </a:xfrm>
          <a:prstGeom prst="rect">
            <a:avLst/>
          </a:prstGeom>
        </p:spPr>
        <p:txBody>
          <a:bodyPr vert="horz" lIns="0" tIns="0" rIns="0" bIns="0" rtlCol="0">
            <a:noAutofit/>
          </a:bodyPr>
          <a:lstStyle/>
          <a:p>
            <a:pPr lvl="0"/>
            <a:r>
              <a:rPr lang="de-DE"/>
              <a:t>Formatvorlagen des Textmasters bearbeiten</a:t>
            </a:r>
          </a:p>
          <a:p>
            <a:pPr lvl="1"/>
            <a:r>
              <a:rPr lang="de-DE"/>
              <a:t>Zweite Ebene</a:t>
            </a:r>
          </a:p>
          <a:p>
            <a:pPr lvl="2"/>
            <a:r>
              <a:rPr lang="de-DE"/>
              <a:t>Dritte Ebene</a:t>
            </a:r>
          </a:p>
          <a:p>
            <a:pPr lvl="3"/>
            <a:r>
              <a:rPr lang="de-DE"/>
              <a:t>Vierte Ebene</a:t>
            </a:r>
          </a:p>
        </p:txBody>
      </p:sp>
    </p:spTree>
    <p:extLst>
      <p:ext uri="{BB962C8B-B14F-4D97-AF65-F5344CB8AC3E}">
        <p14:creationId xmlns:p14="http://schemas.microsoft.com/office/powerpoint/2010/main" val="2100477752"/>
      </p:ext>
    </p:extLst>
  </p:cSld>
  <p:clrMapOvr>
    <a:masterClrMapping/>
  </p:clrMapOvr>
  <mc:AlternateContent xmlns:mc="http://schemas.openxmlformats.org/markup-compatibility/2006" xmlns:p14="http://schemas.microsoft.com/office/powerpoint/2010/main">
    <mc:Choice Requires="p14">
      <p:transition spd="slow" p14:dur="3000">
        <p:wipe/>
      </p:transition>
    </mc:Choice>
    <mc:Fallback xmlns="">
      <p:transition spd="slow">
        <p:wip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bschlusschart">
    <p:bg>
      <p:bgPr>
        <a:solidFill>
          <a:schemeClr val="accent1"/>
        </a:solidFill>
        <a:effectLst/>
      </p:bgPr>
    </p:bg>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userDrawn="1">
            <p:custDataLst>
              <p:tags r:id="rId1"/>
            </p:custDataLst>
          </p:nvPr>
        </p:nvGraphicFramePr>
        <p:xfrm>
          <a:off x="0" y="0"/>
          <a:ext cx="211667" cy="158750"/>
        </p:xfrm>
        <a:graphic>
          <a:graphicData uri="http://schemas.openxmlformats.org/presentationml/2006/ole">
            <mc:AlternateContent xmlns:mc="http://schemas.openxmlformats.org/markup-compatibility/2006">
              <mc:Choice xmlns:v="urn:schemas-microsoft-com:vml" Requires="v">
                <p:oleObj name="think-cellスライド" r:id="rId3" imgW="270" imgH="270" progId="TCLayout.ActiveDocument.1">
                  <p:embed/>
                </p:oleObj>
              </mc:Choice>
              <mc:Fallback>
                <p:oleObj name="think-cellスライド" r:id="rId3" imgW="270" imgH="270" progId="TCLayout.ActiveDocument.1">
                  <p:embed/>
                  <p:pic>
                    <p:nvPicPr>
                      <p:cNvPr id="3" name="Objekt 2" hidden="1"/>
                      <p:cNvPicPr/>
                      <p:nvPr/>
                    </p:nvPicPr>
                    <p:blipFill>
                      <a:blip r:embed="rId4"/>
                      <a:stretch>
                        <a:fillRect/>
                      </a:stretch>
                    </p:blipFill>
                    <p:spPr>
                      <a:xfrm>
                        <a:off x="0" y="0"/>
                        <a:ext cx="211667" cy="158750"/>
                      </a:xfrm>
                      <a:prstGeom prst="rect">
                        <a:avLst/>
                      </a:prstGeom>
                    </p:spPr>
                  </p:pic>
                </p:oleObj>
              </mc:Fallback>
            </mc:AlternateContent>
          </a:graphicData>
        </a:graphic>
      </p:graphicFrame>
      <p:pic>
        <p:nvPicPr>
          <p:cNvPr id="11" name="Grafik 10">
            <a:extLst>
              <a:ext uri="{FF2B5EF4-FFF2-40B4-BE49-F238E27FC236}">
                <a16:creationId xmlns:a16="http://schemas.microsoft.com/office/drawing/2014/main" id="{E34E41C1-D162-4523-81CC-C7A39574D457}"/>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037834" y="2317598"/>
            <a:ext cx="6184321" cy="2234254"/>
          </a:xfrm>
          <a:prstGeom prst="rect">
            <a:avLst/>
          </a:prstGeom>
        </p:spPr>
      </p:pic>
    </p:spTree>
    <p:extLst>
      <p:ext uri="{BB962C8B-B14F-4D97-AF65-F5344CB8AC3E}">
        <p14:creationId xmlns:p14="http://schemas.microsoft.com/office/powerpoint/2010/main" val="431194155"/>
      </p:ext>
    </p:extLst>
  </p:cSld>
  <p:clrMapOvr>
    <a:masterClrMapping/>
  </p:clrMapOvr>
  <mc:AlternateContent xmlns:mc="http://schemas.openxmlformats.org/markup-compatibility/2006" xmlns:p14="http://schemas.microsoft.com/office/powerpoint/2010/main">
    <mc:Choice Requires="p14">
      <p:transition spd="slow" p14:dur="3000">
        <p:wipe/>
      </p:transition>
    </mc:Choice>
    <mc:Fallback xmlns="">
      <p:transition spd="slow">
        <p:wip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elfolie (1)">
    <p:spTree>
      <p:nvGrpSpPr>
        <p:cNvPr id="1" name=""/>
        <p:cNvGrpSpPr/>
        <p:nvPr/>
      </p:nvGrpSpPr>
      <p:grpSpPr>
        <a:xfrm>
          <a:off x="0" y="0"/>
          <a:ext cx="0" cy="0"/>
          <a:chOff x="0" y="0"/>
          <a:chExt cx="0" cy="0"/>
        </a:xfrm>
      </p:grpSpPr>
      <p:grpSp>
        <p:nvGrpSpPr>
          <p:cNvPr id="2" name="Gruppieren 1">
            <a:extLst>
              <a:ext uri="{FF2B5EF4-FFF2-40B4-BE49-F238E27FC236}">
                <a16:creationId xmlns:a16="http://schemas.microsoft.com/office/drawing/2014/main" id="{91BD7B15-A2D9-47B0-8993-C9992C244CBC}"/>
              </a:ext>
            </a:extLst>
          </p:cNvPr>
          <p:cNvGrpSpPr/>
          <p:nvPr userDrawn="1"/>
        </p:nvGrpSpPr>
        <p:grpSpPr>
          <a:xfrm>
            <a:off x="1" y="864000"/>
            <a:ext cx="6195224" cy="1080000"/>
            <a:chOff x="1" y="864000"/>
            <a:chExt cx="6194418" cy="1080000"/>
          </a:xfrm>
        </p:grpSpPr>
        <p:sp>
          <p:nvSpPr>
            <p:cNvPr id="10" name="Rechteck 9"/>
            <p:cNvSpPr>
              <a:spLocks noChangeAspect="1"/>
            </p:cNvSpPr>
            <p:nvPr userDrawn="1"/>
          </p:nvSpPr>
          <p:spPr>
            <a:xfrm>
              <a:off x="1" y="864000"/>
              <a:ext cx="6194418" cy="10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pic>
          <p:nvPicPr>
            <p:cNvPr id="3" name="Grafik 2">
              <a:extLst>
                <a:ext uri="{FF2B5EF4-FFF2-40B4-BE49-F238E27FC236}">
                  <a16:creationId xmlns:a16="http://schemas.microsoft.com/office/drawing/2014/main" id="{39F54C14-632A-4F5D-AF18-1DA714CBB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11163" y="1127317"/>
              <a:ext cx="1619425" cy="586722"/>
            </a:xfrm>
            <a:prstGeom prst="rect">
              <a:avLst/>
            </a:prstGeom>
          </p:spPr>
        </p:pic>
      </p:grpSp>
      <p:sp>
        <p:nvSpPr>
          <p:cNvPr id="8" name="Rechteck 7"/>
          <p:cNvSpPr/>
          <p:nvPr userDrawn="1"/>
        </p:nvSpPr>
        <p:spPr>
          <a:xfrm>
            <a:off x="0" y="1944000"/>
            <a:ext cx="6195224" cy="388843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sz="1800"/>
          </a:p>
        </p:txBody>
      </p:sp>
      <p:sp>
        <p:nvSpPr>
          <p:cNvPr id="42" name="Textplatzhalter 40"/>
          <p:cNvSpPr>
            <a:spLocks noGrp="1"/>
          </p:cNvSpPr>
          <p:nvPr userDrawn="1">
            <p:ph type="body" sz="quarter" idx="13" hasCustomPrompt="1"/>
          </p:nvPr>
        </p:nvSpPr>
        <p:spPr>
          <a:xfrm>
            <a:off x="432056" y="4968001"/>
            <a:ext cx="5444471" cy="433139"/>
          </a:xfrm>
          <a:prstGeom prst="rect">
            <a:avLst/>
          </a:prstGeom>
        </p:spPr>
        <p:txBody>
          <a:bodyPr lIns="0" tIns="0" rIns="0" bIns="0" anchor="b"/>
          <a:lstStyle>
            <a:lvl1pPr marL="0" indent="0">
              <a:buNone/>
              <a:defRPr>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de-DE"/>
              <a:t>Ludwigshafen, 26.05.2017</a:t>
            </a:r>
          </a:p>
        </p:txBody>
      </p:sp>
      <p:sp>
        <p:nvSpPr>
          <p:cNvPr id="6" name="Titel 5">
            <a:extLst>
              <a:ext uri="{FF2B5EF4-FFF2-40B4-BE49-F238E27FC236}">
                <a16:creationId xmlns:a16="http://schemas.microsoft.com/office/drawing/2014/main" id="{B1BB3A81-828C-46B6-8B45-0904C3B77353}"/>
              </a:ext>
            </a:extLst>
          </p:cNvPr>
          <p:cNvSpPr>
            <a:spLocks noGrp="1"/>
          </p:cNvSpPr>
          <p:nvPr>
            <p:ph type="title" hasCustomPrompt="1"/>
          </p:nvPr>
        </p:nvSpPr>
        <p:spPr>
          <a:xfrm>
            <a:off x="432057" y="2341404"/>
            <a:ext cx="5444471" cy="2516134"/>
          </a:xfrm>
          <a:prstGeom prst="rect">
            <a:avLst/>
          </a:prstGeom>
        </p:spPr>
        <p:txBody>
          <a:bodyPr lIns="0" tIns="0" rIns="0" bIns="0"/>
          <a:lstStyle>
            <a:lvl1pPr>
              <a:defRPr sz="3200">
                <a:solidFill>
                  <a:schemeClr val="accent1"/>
                </a:solidFill>
              </a:defRPr>
            </a:lvl1pPr>
          </a:lstStyle>
          <a:p>
            <a:r>
              <a:rPr lang="en-US" sz="3200"/>
              <a:t>Lorem Ipsum </a:t>
            </a:r>
            <a:r>
              <a:rPr lang="en-US" sz="3200" err="1"/>
              <a:t>dolormit</a:t>
            </a:r>
            <a:br>
              <a:rPr lang="en-US" sz="3200"/>
            </a:br>
            <a:r>
              <a:rPr lang="en-US" sz="3200" err="1"/>
              <a:t>amet</a:t>
            </a:r>
            <a:r>
              <a:rPr lang="en-US" sz="3200"/>
              <a:t> </a:t>
            </a:r>
            <a:r>
              <a:rPr lang="en-US" sz="3200" err="1"/>
              <a:t>avensis</a:t>
            </a:r>
            <a:r>
              <a:rPr lang="en-US" sz="3200"/>
              <a:t> </a:t>
            </a:r>
            <a:r>
              <a:rPr lang="en-US" sz="3200" err="1"/>
              <a:t>tusa</a:t>
            </a:r>
            <a:r>
              <a:rPr lang="en-US" sz="3200"/>
              <a:t>.</a:t>
            </a:r>
            <a:endParaRPr lang="de-DE"/>
          </a:p>
        </p:txBody>
      </p:sp>
      <p:sp>
        <p:nvSpPr>
          <p:cNvPr id="17" name="Textfeld 16">
            <a:extLst>
              <a:ext uri="{FF2B5EF4-FFF2-40B4-BE49-F238E27FC236}">
                <a16:creationId xmlns:a16="http://schemas.microsoft.com/office/drawing/2014/main" id="{4785AFB7-C388-4E45-BD2D-3D884C32812F}"/>
              </a:ext>
            </a:extLst>
          </p:cNvPr>
          <p:cNvSpPr txBox="1"/>
          <p:nvPr userDrawn="1"/>
        </p:nvSpPr>
        <p:spPr>
          <a:xfrm>
            <a:off x="5987785" y="6451321"/>
            <a:ext cx="216434" cy="184666"/>
          </a:xfrm>
          <a:prstGeom prst="rect">
            <a:avLst/>
          </a:prstGeom>
          <a:noFill/>
        </p:spPr>
        <p:txBody>
          <a:bodyPr wrap="none" lIns="0" tIns="0" rIns="0" bIns="0" rtlCol="0">
            <a:spAutoFit/>
          </a:bodyPr>
          <a:lstStyle/>
          <a:p>
            <a:pPr algn="ctr">
              <a:spcBef>
                <a:spcPts val="110"/>
              </a:spcBef>
              <a:spcAft>
                <a:spcPts val="110"/>
              </a:spcAft>
            </a:pPr>
            <a:r>
              <a:rPr lang="de-DE" sz="1200">
                <a:solidFill>
                  <a:srgbClr val="C50022"/>
                </a:solidFill>
              </a:rPr>
              <a:t>     </a:t>
            </a:r>
            <a:endParaRPr lang="de-DE" sz="1800">
              <a:solidFill>
                <a:srgbClr val="C50022"/>
              </a:solidFill>
            </a:endParaRPr>
          </a:p>
        </p:txBody>
      </p:sp>
      <p:sp>
        <p:nvSpPr>
          <p:cNvPr id="19" name="Datumsplatzhalter 5">
            <a:extLst>
              <a:ext uri="{FF2B5EF4-FFF2-40B4-BE49-F238E27FC236}">
                <a16:creationId xmlns:a16="http://schemas.microsoft.com/office/drawing/2014/main" id="{080CAAF3-72A8-4B9F-938F-054C585E4FFA}"/>
              </a:ext>
            </a:extLst>
          </p:cNvPr>
          <p:cNvSpPr>
            <a:spLocks noGrp="1"/>
          </p:cNvSpPr>
          <p:nvPr>
            <p:ph type="dt" sz="half" idx="2"/>
          </p:nvPr>
        </p:nvSpPr>
        <p:spPr>
          <a:xfrm>
            <a:off x="685849" y="6516409"/>
            <a:ext cx="468187" cy="175322"/>
          </a:xfrm>
          <a:prstGeom prst="rect">
            <a:avLst/>
          </a:prstGeom>
        </p:spPr>
        <p:txBody>
          <a:bodyPr wrap="none" lIns="0" tIns="0" rIns="0" bIns="0"/>
          <a:lstStyle>
            <a:lvl1pPr>
              <a:defRPr sz="900"/>
            </a:lvl1pPr>
          </a:lstStyle>
          <a:p>
            <a:fld id="{59FE85DA-BFA3-4DC7-A987-E2AE20FA7D9F}" type="datetime1">
              <a:rPr lang="de-DE" smtClean="0"/>
              <a:t>07.10.2026</a:t>
            </a:fld>
            <a:endParaRPr lang="de-DE"/>
          </a:p>
        </p:txBody>
      </p:sp>
      <p:sp>
        <p:nvSpPr>
          <p:cNvPr id="20" name="Fußzeilenplatzhalter 6">
            <a:extLst>
              <a:ext uri="{FF2B5EF4-FFF2-40B4-BE49-F238E27FC236}">
                <a16:creationId xmlns:a16="http://schemas.microsoft.com/office/drawing/2014/main" id="{0AFC4AB5-DC9C-49A7-96AA-E02FE7953C85}"/>
              </a:ext>
            </a:extLst>
          </p:cNvPr>
          <p:cNvSpPr>
            <a:spLocks noGrp="1"/>
          </p:cNvSpPr>
          <p:nvPr>
            <p:ph type="ftr" sz="quarter" idx="3"/>
          </p:nvPr>
        </p:nvSpPr>
        <p:spPr>
          <a:xfrm>
            <a:off x="1368179" y="6516111"/>
            <a:ext cx="3364707" cy="167933"/>
          </a:xfrm>
          <a:prstGeom prst="rect">
            <a:avLst/>
          </a:prstGeom>
        </p:spPr>
        <p:txBody>
          <a:bodyPr lIns="0" tIns="0" rIns="0" bIns="0"/>
          <a:lstStyle>
            <a:lvl1pPr>
              <a:defRPr sz="900">
                <a:solidFill>
                  <a:srgbClr val="000000"/>
                </a:solidFill>
              </a:defRPr>
            </a:lvl1pPr>
          </a:lstStyle>
          <a:p>
            <a:r>
              <a:rPr lang="de-DE"/>
              <a:t>| RMM</a:t>
            </a:r>
          </a:p>
        </p:txBody>
      </p:sp>
      <p:sp>
        <p:nvSpPr>
          <p:cNvPr id="21" name="Foliennummernplatzhalter 7">
            <a:extLst>
              <a:ext uri="{FF2B5EF4-FFF2-40B4-BE49-F238E27FC236}">
                <a16:creationId xmlns:a16="http://schemas.microsoft.com/office/drawing/2014/main" id="{18A080BE-65AF-4570-9C09-28CACD107D13}"/>
              </a:ext>
            </a:extLst>
          </p:cNvPr>
          <p:cNvSpPr>
            <a:spLocks noGrp="1"/>
          </p:cNvSpPr>
          <p:nvPr>
            <p:ph type="sldNum" sz="quarter" idx="4"/>
          </p:nvPr>
        </p:nvSpPr>
        <p:spPr>
          <a:xfrm>
            <a:off x="227043" y="6514798"/>
            <a:ext cx="384267" cy="151200"/>
          </a:xfrm>
          <a:prstGeom prst="rect">
            <a:avLst/>
          </a:prstGeom>
        </p:spPr>
        <p:txBody>
          <a:bodyPr lIns="0" tIns="0" rIns="0" bIns="0"/>
          <a:lstStyle>
            <a:lvl1pPr>
              <a:defRPr sz="900" b="1"/>
            </a:lvl1pPr>
          </a:lstStyle>
          <a:p>
            <a:fld id="{82EA1D04-CA53-4DE3-84A8-2B63E41036C9}" type="slidenum">
              <a:rPr lang="de-DE" smtClean="0"/>
              <a:pPr/>
              <a:t>‹#›</a:t>
            </a:fld>
            <a:endParaRPr lang="de-DE"/>
          </a:p>
        </p:txBody>
      </p:sp>
    </p:spTree>
    <p:extLst>
      <p:ext uri="{BB962C8B-B14F-4D97-AF65-F5344CB8AC3E}">
        <p14:creationId xmlns:p14="http://schemas.microsoft.com/office/powerpoint/2010/main" val="28748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elfolie (1)">
    <p:spTree>
      <p:nvGrpSpPr>
        <p:cNvPr id="1" name=""/>
        <p:cNvGrpSpPr/>
        <p:nvPr/>
      </p:nvGrpSpPr>
      <p:grpSpPr>
        <a:xfrm>
          <a:off x="0" y="0"/>
          <a:ext cx="0" cy="0"/>
          <a:chOff x="0" y="0"/>
          <a:chExt cx="0" cy="0"/>
        </a:xfrm>
      </p:grpSpPr>
      <p:grpSp>
        <p:nvGrpSpPr>
          <p:cNvPr id="2" name="Gruppieren 1">
            <a:extLst>
              <a:ext uri="{FF2B5EF4-FFF2-40B4-BE49-F238E27FC236}">
                <a16:creationId xmlns:a16="http://schemas.microsoft.com/office/drawing/2014/main" id="{91BD7B15-A2D9-47B0-8993-C9992C244CBC}"/>
              </a:ext>
            </a:extLst>
          </p:cNvPr>
          <p:cNvGrpSpPr/>
          <p:nvPr userDrawn="1"/>
        </p:nvGrpSpPr>
        <p:grpSpPr>
          <a:xfrm>
            <a:off x="1" y="864000"/>
            <a:ext cx="6195224" cy="1080000"/>
            <a:chOff x="1" y="864000"/>
            <a:chExt cx="6194418" cy="1080000"/>
          </a:xfrm>
        </p:grpSpPr>
        <p:sp>
          <p:nvSpPr>
            <p:cNvPr id="10" name="Rechteck 9"/>
            <p:cNvSpPr>
              <a:spLocks noChangeAspect="1"/>
            </p:cNvSpPr>
            <p:nvPr userDrawn="1"/>
          </p:nvSpPr>
          <p:spPr>
            <a:xfrm>
              <a:off x="1" y="864000"/>
              <a:ext cx="6194418" cy="10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pic>
          <p:nvPicPr>
            <p:cNvPr id="3" name="Grafik 2">
              <a:extLst>
                <a:ext uri="{FF2B5EF4-FFF2-40B4-BE49-F238E27FC236}">
                  <a16:creationId xmlns:a16="http://schemas.microsoft.com/office/drawing/2014/main" id="{39F54C14-632A-4F5D-AF18-1DA714CBB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11163" y="1127317"/>
              <a:ext cx="1619425" cy="586722"/>
            </a:xfrm>
            <a:prstGeom prst="rect">
              <a:avLst/>
            </a:prstGeom>
          </p:spPr>
        </p:pic>
      </p:grpSp>
      <p:sp>
        <p:nvSpPr>
          <p:cNvPr id="8" name="Rechteck 7"/>
          <p:cNvSpPr/>
          <p:nvPr userDrawn="1"/>
        </p:nvSpPr>
        <p:spPr>
          <a:xfrm>
            <a:off x="0" y="1944000"/>
            <a:ext cx="6195224" cy="388843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sz="1800"/>
          </a:p>
        </p:txBody>
      </p:sp>
      <p:sp>
        <p:nvSpPr>
          <p:cNvPr id="42" name="Textplatzhalter 40"/>
          <p:cNvSpPr>
            <a:spLocks noGrp="1"/>
          </p:cNvSpPr>
          <p:nvPr userDrawn="1">
            <p:ph type="body" sz="quarter" idx="13" hasCustomPrompt="1"/>
          </p:nvPr>
        </p:nvSpPr>
        <p:spPr>
          <a:xfrm>
            <a:off x="432056" y="4968001"/>
            <a:ext cx="5444471" cy="433139"/>
          </a:xfrm>
          <a:prstGeom prst="rect">
            <a:avLst/>
          </a:prstGeom>
        </p:spPr>
        <p:txBody>
          <a:bodyPr lIns="0" tIns="0" rIns="0" bIns="0" anchor="b"/>
          <a:lstStyle>
            <a:lvl1pPr marL="0" indent="0">
              <a:buNone/>
              <a:defRPr>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de-DE"/>
              <a:t>Ludwigshafen, 26.05.2017</a:t>
            </a:r>
          </a:p>
        </p:txBody>
      </p:sp>
      <p:sp>
        <p:nvSpPr>
          <p:cNvPr id="6" name="Titel 5">
            <a:extLst>
              <a:ext uri="{FF2B5EF4-FFF2-40B4-BE49-F238E27FC236}">
                <a16:creationId xmlns:a16="http://schemas.microsoft.com/office/drawing/2014/main" id="{B1BB3A81-828C-46B6-8B45-0904C3B77353}"/>
              </a:ext>
            </a:extLst>
          </p:cNvPr>
          <p:cNvSpPr>
            <a:spLocks noGrp="1"/>
          </p:cNvSpPr>
          <p:nvPr>
            <p:ph type="title" hasCustomPrompt="1"/>
          </p:nvPr>
        </p:nvSpPr>
        <p:spPr>
          <a:xfrm>
            <a:off x="432057" y="2341404"/>
            <a:ext cx="5444471" cy="2516134"/>
          </a:xfrm>
          <a:prstGeom prst="rect">
            <a:avLst/>
          </a:prstGeom>
        </p:spPr>
        <p:txBody>
          <a:bodyPr lIns="0" tIns="0" rIns="0" bIns="0"/>
          <a:lstStyle>
            <a:lvl1pPr>
              <a:defRPr sz="3200">
                <a:solidFill>
                  <a:schemeClr val="accent1"/>
                </a:solidFill>
              </a:defRPr>
            </a:lvl1pPr>
          </a:lstStyle>
          <a:p>
            <a:r>
              <a:rPr lang="en-US" sz="3200"/>
              <a:t>Lorem Ipsum </a:t>
            </a:r>
            <a:r>
              <a:rPr lang="en-US" sz="3200" err="1"/>
              <a:t>dolormit</a:t>
            </a:r>
            <a:br>
              <a:rPr lang="en-US" sz="3200"/>
            </a:br>
            <a:r>
              <a:rPr lang="en-US" sz="3200" err="1"/>
              <a:t>amet</a:t>
            </a:r>
            <a:r>
              <a:rPr lang="en-US" sz="3200"/>
              <a:t> </a:t>
            </a:r>
            <a:r>
              <a:rPr lang="en-US" sz="3200" err="1"/>
              <a:t>avensis</a:t>
            </a:r>
            <a:r>
              <a:rPr lang="en-US" sz="3200"/>
              <a:t> </a:t>
            </a:r>
            <a:r>
              <a:rPr lang="en-US" sz="3200" err="1"/>
              <a:t>tusa</a:t>
            </a:r>
            <a:r>
              <a:rPr lang="en-US" sz="3200"/>
              <a:t>.</a:t>
            </a:r>
            <a:endParaRPr lang="de-DE"/>
          </a:p>
        </p:txBody>
      </p:sp>
      <p:sp>
        <p:nvSpPr>
          <p:cNvPr id="17" name="Textfeld 16">
            <a:extLst>
              <a:ext uri="{FF2B5EF4-FFF2-40B4-BE49-F238E27FC236}">
                <a16:creationId xmlns:a16="http://schemas.microsoft.com/office/drawing/2014/main" id="{4785AFB7-C388-4E45-BD2D-3D884C32812F}"/>
              </a:ext>
            </a:extLst>
          </p:cNvPr>
          <p:cNvSpPr txBox="1"/>
          <p:nvPr userDrawn="1"/>
        </p:nvSpPr>
        <p:spPr>
          <a:xfrm>
            <a:off x="5987785" y="6451321"/>
            <a:ext cx="216434" cy="184666"/>
          </a:xfrm>
          <a:prstGeom prst="rect">
            <a:avLst/>
          </a:prstGeom>
          <a:noFill/>
        </p:spPr>
        <p:txBody>
          <a:bodyPr wrap="none" lIns="0" tIns="0" rIns="0" bIns="0" rtlCol="0">
            <a:spAutoFit/>
          </a:bodyPr>
          <a:lstStyle/>
          <a:p>
            <a:pPr algn="ctr">
              <a:spcBef>
                <a:spcPts val="110"/>
              </a:spcBef>
              <a:spcAft>
                <a:spcPts val="110"/>
              </a:spcAft>
            </a:pPr>
            <a:r>
              <a:rPr lang="de-DE" sz="1200">
                <a:solidFill>
                  <a:srgbClr val="C50022"/>
                </a:solidFill>
              </a:rPr>
              <a:t>     </a:t>
            </a:r>
            <a:endParaRPr lang="de-DE" sz="1800">
              <a:solidFill>
                <a:srgbClr val="C50022"/>
              </a:solidFill>
            </a:endParaRPr>
          </a:p>
        </p:txBody>
      </p:sp>
      <p:sp>
        <p:nvSpPr>
          <p:cNvPr id="19" name="Datumsplatzhalter 5">
            <a:extLst>
              <a:ext uri="{FF2B5EF4-FFF2-40B4-BE49-F238E27FC236}">
                <a16:creationId xmlns:a16="http://schemas.microsoft.com/office/drawing/2014/main" id="{080CAAF3-72A8-4B9F-938F-054C585E4FFA}"/>
              </a:ext>
            </a:extLst>
          </p:cNvPr>
          <p:cNvSpPr>
            <a:spLocks noGrp="1"/>
          </p:cNvSpPr>
          <p:nvPr>
            <p:ph type="dt" sz="half" idx="2"/>
          </p:nvPr>
        </p:nvSpPr>
        <p:spPr>
          <a:xfrm>
            <a:off x="685849" y="6516409"/>
            <a:ext cx="468187" cy="175322"/>
          </a:xfrm>
          <a:prstGeom prst="rect">
            <a:avLst/>
          </a:prstGeom>
        </p:spPr>
        <p:txBody>
          <a:bodyPr wrap="none" lIns="0" tIns="0" rIns="0" bIns="0"/>
          <a:lstStyle>
            <a:lvl1pPr>
              <a:defRPr sz="900"/>
            </a:lvl1pPr>
          </a:lstStyle>
          <a:p>
            <a:fld id="{59FE85DA-BFA3-4DC7-A987-E2AE20FA7D9F}" type="datetime1">
              <a:rPr lang="de-DE" smtClean="0"/>
              <a:t>07.10.2026</a:t>
            </a:fld>
            <a:endParaRPr lang="de-DE"/>
          </a:p>
        </p:txBody>
      </p:sp>
      <p:sp>
        <p:nvSpPr>
          <p:cNvPr id="20" name="Fußzeilenplatzhalter 6">
            <a:extLst>
              <a:ext uri="{FF2B5EF4-FFF2-40B4-BE49-F238E27FC236}">
                <a16:creationId xmlns:a16="http://schemas.microsoft.com/office/drawing/2014/main" id="{0AFC4AB5-DC9C-49A7-96AA-E02FE7953C85}"/>
              </a:ext>
            </a:extLst>
          </p:cNvPr>
          <p:cNvSpPr>
            <a:spLocks noGrp="1"/>
          </p:cNvSpPr>
          <p:nvPr>
            <p:ph type="ftr" sz="quarter" idx="3"/>
          </p:nvPr>
        </p:nvSpPr>
        <p:spPr>
          <a:xfrm>
            <a:off x="1368179" y="6516111"/>
            <a:ext cx="3364707" cy="167933"/>
          </a:xfrm>
          <a:prstGeom prst="rect">
            <a:avLst/>
          </a:prstGeom>
        </p:spPr>
        <p:txBody>
          <a:bodyPr lIns="0" tIns="0" rIns="0" bIns="0"/>
          <a:lstStyle>
            <a:lvl1pPr>
              <a:defRPr sz="900">
                <a:solidFill>
                  <a:srgbClr val="000000"/>
                </a:solidFill>
              </a:defRPr>
            </a:lvl1pPr>
          </a:lstStyle>
          <a:p>
            <a:r>
              <a:rPr lang="de-DE"/>
              <a:t>| RMM</a:t>
            </a:r>
          </a:p>
        </p:txBody>
      </p:sp>
      <p:sp>
        <p:nvSpPr>
          <p:cNvPr id="21" name="Foliennummernplatzhalter 7">
            <a:extLst>
              <a:ext uri="{FF2B5EF4-FFF2-40B4-BE49-F238E27FC236}">
                <a16:creationId xmlns:a16="http://schemas.microsoft.com/office/drawing/2014/main" id="{18A080BE-65AF-4570-9C09-28CACD107D13}"/>
              </a:ext>
            </a:extLst>
          </p:cNvPr>
          <p:cNvSpPr>
            <a:spLocks noGrp="1"/>
          </p:cNvSpPr>
          <p:nvPr>
            <p:ph type="sldNum" sz="quarter" idx="4"/>
          </p:nvPr>
        </p:nvSpPr>
        <p:spPr>
          <a:xfrm>
            <a:off x="227043" y="6514798"/>
            <a:ext cx="384267" cy="151200"/>
          </a:xfrm>
          <a:prstGeom prst="rect">
            <a:avLst/>
          </a:prstGeom>
        </p:spPr>
        <p:txBody>
          <a:bodyPr lIns="0" tIns="0" rIns="0" bIns="0"/>
          <a:lstStyle>
            <a:lvl1pPr>
              <a:defRPr sz="900" b="1"/>
            </a:lvl1pPr>
          </a:lstStyle>
          <a:p>
            <a:fld id="{82EA1D04-CA53-4DE3-84A8-2B63E41036C9}" type="slidenum">
              <a:rPr lang="de-DE" smtClean="0"/>
              <a:pPr/>
              <a:t>‹#›</a:t>
            </a:fld>
            <a:endParaRPr lang="de-DE"/>
          </a:p>
        </p:txBody>
      </p:sp>
    </p:spTree>
    <p:extLst>
      <p:ext uri="{BB962C8B-B14F-4D97-AF65-F5344CB8AC3E}">
        <p14:creationId xmlns:p14="http://schemas.microsoft.com/office/powerpoint/2010/main" val="28748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1_Title and Text (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61C6879-09C3-46BB-839E-5CA830714AC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スライド" r:id="rId6" imgW="338" imgH="338" progId="TCLayout.ActiveDocument.1">
                  <p:embed/>
                </p:oleObj>
              </mc:Choice>
              <mc:Fallback>
                <p:oleObj name="think-cellスライド" r:id="rId6" imgW="338" imgH="338" progId="TCLayout.ActiveDocument.1">
                  <p:embed/>
                  <p:pic>
                    <p:nvPicPr>
                      <p:cNvPr id="3" name="Object 2" hidden="1">
                        <a:extLst>
                          <a:ext uri="{FF2B5EF4-FFF2-40B4-BE49-F238E27FC236}">
                            <a16:creationId xmlns:a16="http://schemas.microsoft.com/office/drawing/2014/main" id="{E61C6879-09C3-46BB-839E-5CA830714ACD}"/>
                          </a:ext>
                        </a:extLst>
                      </p:cNvPr>
                      <p:cNvPicPr/>
                      <p:nvPr/>
                    </p:nvPicPr>
                    <p:blipFill>
                      <a:blip r:embed="rId7"/>
                      <a:stretch>
                        <a:fillRect/>
                      </a:stretch>
                    </p:blipFill>
                    <p:spPr>
                      <a:xfrm>
                        <a:off x="1588" y="1588"/>
                        <a:ext cx="1587" cy="1587"/>
                      </a:xfrm>
                      <a:prstGeom prst="rect">
                        <a:avLst/>
                      </a:prstGeom>
                    </p:spPr>
                  </p:pic>
                </p:oleObj>
              </mc:Fallback>
            </mc:AlternateContent>
          </a:graphicData>
        </a:graphic>
      </p:graphicFrame>
      <p:sp>
        <p:nvSpPr>
          <p:cNvPr id="2" name="TitelPlaz"/>
          <p:cNvSpPr>
            <a:spLocks noGrp="1"/>
          </p:cNvSpPr>
          <p:nvPr>
            <p:ph type="title"/>
            <p:custDataLst>
              <p:tags r:id="rId2"/>
            </p:custDataLst>
          </p:nvPr>
        </p:nvSpPr>
        <p:spPr/>
        <p:txBody>
          <a:bodyPr/>
          <a:lstStyle/>
          <a:p>
            <a:r>
              <a:rPr lang="en-US"/>
              <a:t>Click to edit Master title style</a:t>
            </a:r>
          </a:p>
        </p:txBody>
      </p:sp>
      <p:sp>
        <p:nvSpPr>
          <p:cNvPr id="4" name="SeitePlaz"/>
          <p:cNvSpPr>
            <a:spLocks noGrp="1"/>
          </p:cNvSpPr>
          <p:nvPr>
            <p:ph type="sldNum" sz="quarter" idx="10"/>
            <p:custDataLst>
              <p:tags r:id="rId3"/>
            </p:custDataLst>
          </p:nvPr>
        </p:nvSpPr>
        <p:spPr/>
        <p:txBody>
          <a:bodyPr/>
          <a:lstStyle/>
          <a:p>
            <a:fld id="{54AB5D98-54C7-4C7B-AAD3-557553290621}" type="slidenum">
              <a:rPr lang="en-US" smtClean="0"/>
              <a:pPr/>
              <a:t>‹#›</a:t>
            </a:fld>
            <a:endParaRPr lang="en-US"/>
          </a:p>
        </p:txBody>
      </p:sp>
      <p:sp>
        <p:nvSpPr>
          <p:cNvPr id="5" name="FussPlaz"/>
          <p:cNvSpPr>
            <a:spLocks noGrp="1"/>
          </p:cNvSpPr>
          <p:nvPr>
            <p:ph type="ftr" sz="quarter" idx="11"/>
            <p:custDataLst>
              <p:tags r:id="rId4"/>
            </p:custDataLst>
          </p:nvPr>
        </p:nvSpPr>
        <p:spPr/>
        <p:txBody>
          <a:bodyPr/>
          <a:lstStyle/>
          <a:p>
            <a:r>
              <a:rPr lang="en-US"/>
              <a:t> </a:t>
            </a:r>
          </a:p>
        </p:txBody>
      </p:sp>
    </p:spTree>
    <p:extLst>
      <p:ext uri="{BB962C8B-B14F-4D97-AF65-F5344CB8AC3E}">
        <p14:creationId xmlns:p14="http://schemas.microsoft.com/office/powerpoint/2010/main" val="1709196113"/>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26BEA-9894-97EC-1C47-41B3745E5D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FC31EF-4C53-167D-5E62-07FB19517E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D8D1BE-15C0-899E-0AD7-4C02986279F9}"/>
              </a:ext>
            </a:extLst>
          </p:cNvPr>
          <p:cNvSpPr>
            <a:spLocks noGrp="1"/>
          </p:cNvSpPr>
          <p:nvPr>
            <p:ph type="dt" sz="half" idx="10"/>
          </p:nvPr>
        </p:nvSpPr>
        <p:spPr/>
        <p:txBody>
          <a:bodyPr/>
          <a:lstStyle/>
          <a:p>
            <a:fld id="{D44CDC95-A9BE-454C-9200-599A73A95948}" type="datetimeFigureOut">
              <a:rPr lang="en-US" smtClean="0"/>
              <a:t>10/7/2026</a:t>
            </a:fld>
            <a:endParaRPr lang="en-US"/>
          </a:p>
        </p:txBody>
      </p:sp>
      <p:sp>
        <p:nvSpPr>
          <p:cNvPr id="5" name="Footer Placeholder 4">
            <a:extLst>
              <a:ext uri="{FF2B5EF4-FFF2-40B4-BE49-F238E27FC236}">
                <a16:creationId xmlns:a16="http://schemas.microsoft.com/office/drawing/2014/main" id="{25FCAC28-8969-D28A-5721-034F790633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359EA8-5B7E-C432-5921-6216427E587B}"/>
              </a:ext>
            </a:extLst>
          </p:cNvPr>
          <p:cNvSpPr>
            <a:spLocks noGrp="1"/>
          </p:cNvSpPr>
          <p:nvPr>
            <p:ph type="sldNum" sz="quarter" idx="12"/>
          </p:nvPr>
        </p:nvSpPr>
        <p:spPr/>
        <p:txBody>
          <a:bodyPr/>
          <a:lstStyle/>
          <a:p>
            <a:fld id="{3542979A-D09D-4E8E-BF94-105504271B1A}" type="slidenum">
              <a:rPr lang="en-US" smtClean="0"/>
              <a:t>‹#›</a:t>
            </a:fld>
            <a:endParaRPr lang="en-US"/>
          </a:p>
        </p:txBody>
      </p:sp>
    </p:spTree>
    <p:extLst>
      <p:ext uri="{BB962C8B-B14F-4D97-AF65-F5344CB8AC3E}">
        <p14:creationId xmlns:p14="http://schemas.microsoft.com/office/powerpoint/2010/main" val="107236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und Text (2)">
    <p:spTree>
      <p:nvGrpSpPr>
        <p:cNvPr id="1" name=""/>
        <p:cNvGrpSpPr/>
        <p:nvPr/>
      </p:nvGrpSpPr>
      <p:grpSpPr>
        <a:xfrm>
          <a:off x="0" y="0"/>
          <a:ext cx="0" cy="0"/>
          <a:chOff x="0" y="0"/>
          <a:chExt cx="0" cy="0"/>
        </a:xfrm>
      </p:grpSpPr>
      <p:sp>
        <p:nvSpPr>
          <p:cNvPr id="11" name="Titelplatzhalter 4"/>
          <p:cNvSpPr>
            <a:spLocks noGrp="1"/>
          </p:cNvSpPr>
          <p:nvPr>
            <p:ph type="title"/>
          </p:nvPr>
        </p:nvSpPr>
        <p:spPr>
          <a:xfrm>
            <a:off x="218334" y="430442"/>
            <a:ext cx="11737914" cy="853200"/>
          </a:xfrm>
          <a:prstGeom prst="rect">
            <a:avLst/>
          </a:prstGeom>
        </p:spPr>
        <p:txBody>
          <a:bodyPr vert="horz" lIns="0" tIns="0" rIns="0" bIns="0" rtlCol="0" anchor="t" anchorCtr="0">
            <a:noAutofit/>
          </a:bodyPr>
          <a:lstStyle/>
          <a:p>
            <a:r>
              <a:rPr lang="de-DE"/>
              <a:t>Titelmasterformat durch Klicken bearbeiten</a:t>
            </a:r>
          </a:p>
        </p:txBody>
      </p:sp>
      <p:sp>
        <p:nvSpPr>
          <p:cNvPr id="10" name="Textfeld 9"/>
          <p:cNvSpPr txBox="1"/>
          <p:nvPr userDrawn="1"/>
        </p:nvSpPr>
        <p:spPr>
          <a:xfrm>
            <a:off x="5987785" y="6451321"/>
            <a:ext cx="216434" cy="184666"/>
          </a:xfrm>
          <a:prstGeom prst="rect">
            <a:avLst/>
          </a:prstGeom>
          <a:noFill/>
        </p:spPr>
        <p:txBody>
          <a:bodyPr wrap="none" lIns="0" tIns="0" rIns="0" bIns="0" rtlCol="0">
            <a:spAutoFit/>
          </a:bodyPr>
          <a:lstStyle/>
          <a:p>
            <a:pPr algn="ctr">
              <a:spcBef>
                <a:spcPts val="110"/>
              </a:spcBef>
              <a:spcAft>
                <a:spcPts val="110"/>
              </a:spcAft>
            </a:pPr>
            <a:r>
              <a:rPr lang="de-DE" sz="1200">
                <a:solidFill>
                  <a:srgbClr val="C50022"/>
                </a:solidFill>
              </a:rPr>
              <a:t>     </a:t>
            </a:r>
            <a:endParaRPr lang="de-DE" sz="1800">
              <a:solidFill>
                <a:srgbClr val="C50022"/>
              </a:solidFill>
            </a:endParaRPr>
          </a:p>
        </p:txBody>
      </p:sp>
      <p:sp>
        <p:nvSpPr>
          <p:cNvPr id="12" name="Datumsplatzhalter 5"/>
          <p:cNvSpPr>
            <a:spLocks noGrp="1"/>
          </p:cNvSpPr>
          <p:nvPr>
            <p:ph type="dt" sz="half" idx="2"/>
          </p:nvPr>
        </p:nvSpPr>
        <p:spPr>
          <a:xfrm>
            <a:off x="685849" y="6516409"/>
            <a:ext cx="468187" cy="175322"/>
          </a:xfrm>
          <a:prstGeom prst="rect">
            <a:avLst/>
          </a:prstGeom>
        </p:spPr>
        <p:txBody>
          <a:bodyPr wrap="none" lIns="0" tIns="0" rIns="0" bIns="0"/>
          <a:lstStyle>
            <a:lvl1pPr>
              <a:defRPr sz="900"/>
            </a:lvl1pPr>
          </a:lstStyle>
          <a:p>
            <a:fld id="{32512830-86BA-4065-AFA4-840E2C7B7FC9}" type="datetime1">
              <a:rPr lang="de-DE" smtClean="0"/>
              <a:t>07.10.2026</a:t>
            </a:fld>
            <a:endParaRPr lang="de-DE"/>
          </a:p>
        </p:txBody>
      </p:sp>
      <p:sp>
        <p:nvSpPr>
          <p:cNvPr id="13" name="Fußzeilenplatzhalter 6"/>
          <p:cNvSpPr>
            <a:spLocks noGrp="1"/>
          </p:cNvSpPr>
          <p:nvPr>
            <p:ph type="ftr" sz="quarter" idx="3"/>
          </p:nvPr>
        </p:nvSpPr>
        <p:spPr>
          <a:xfrm>
            <a:off x="1368179" y="6516111"/>
            <a:ext cx="3364707" cy="167933"/>
          </a:xfrm>
          <a:prstGeom prst="rect">
            <a:avLst/>
          </a:prstGeom>
        </p:spPr>
        <p:txBody>
          <a:bodyPr lIns="0" tIns="0" rIns="0" bIns="0"/>
          <a:lstStyle>
            <a:lvl1pPr>
              <a:defRPr sz="900">
                <a:solidFill>
                  <a:srgbClr val="000000"/>
                </a:solidFill>
              </a:defRPr>
            </a:lvl1pPr>
          </a:lstStyle>
          <a:p>
            <a:r>
              <a:rPr lang="de-DE"/>
              <a:t>|  Optionale Zusatzinformationen</a:t>
            </a:r>
          </a:p>
        </p:txBody>
      </p:sp>
      <p:sp>
        <p:nvSpPr>
          <p:cNvPr id="14" name="Foliennummernplatzhalter 7"/>
          <p:cNvSpPr>
            <a:spLocks noGrp="1"/>
          </p:cNvSpPr>
          <p:nvPr>
            <p:ph type="sldNum" sz="quarter" idx="4"/>
          </p:nvPr>
        </p:nvSpPr>
        <p:spPr>
          <a:xfrm>
            <a:off x="227043" y="6514798"/>
            <a:ext cx="384267" cy="151200"/>
          </a:xfrm>
          <a:prstGeom prst="rect">
            <a:avLst/>
          </a:prstGeom>
        </p:spPr>
        <p:txBody>
          <a:bodyPr lIns="0" tIns="0" rIns="0" bIns="0"/>
          <a:lstStyle>
            <a:lvl1pPr>
              <a:defRPr sz="900" b="1"/>
            </a:lvl1pPr>
          </a:lstStyle>
          <a:p>
            <a:fld id="{82EA1D04-CA53-4DE3-84A8-2B63E41036C9}" type="slidenum">
              <a:rPr lang="de-DE" smtClean="0"/>
              <a:t>‹#›</a:t>
            </a:fld>
            <a:endParaRPr lang="de-DE"/>
          </a:p>
        </p:txBody>
      </p:sp>
      <p:sp>
        <p:nvSpPr>
          <p:cNvPr id="8" name="Textplatzhalter 2"/>
          <p:cNvSpPr>
            <a:spLocks noGrp="1"/>
          </p:cNvSpPr>
          <p:nvPr>
            <p:ph idx="1"/>
          </p:nvPr>
        </p:nvSpPr>
        <p:spPr>
          <a:xfrm>
            <a:off x="211068" y="1964564"/>
            <a:ext cx="11753889" cy="3905999"/>
          </a:xfrm>
          <a:prstGeom prst="rect">
            <a:avLst/>
          </a:prstGeom>
        </p:spPr>
        <p:txBody>
          <a:bodyPr vert="horz" lIns="0" tIns="0" rIns="0" bIns="0" rtlCol="0">
            <a:noAutofit/>
          </a:bodyPr>
          <a:lstStyle>
            <a:lvl1pPr>
              <a:lnSpc>
                <a:spcPct val="110000"/>
              </a:lnSpc>
              <a:defRPr/>
            </a:lvl1pPr>
            <a:lvl2pPr>
              <a:lnSpc>
                <a:spcPct val="110000"/>
              </a:lnSpc>
              <a:defRPr/>
            </a:lvl2pPr>
            <a:lvl3pPr>
              <a:lnSpc>
                <a:spcPct val="110000"/>
              </a:lnSpc>
              <a:defRPr/>
            </a:lvl3pPr>
            <a:lvl4pPr>
              <a:lnSpc>
                <a:spcPct val="110000"/>
              </a:lnSpc>
              <a:defRPr/>
            </a:lvl4pPr>
          </a:lstStyle>
          <a:p>
            <a:pPr lvl="0"/>
            <a:r>
              <a:rPr lang="de-DE"/>
              <a:t>Formatvorlagen des Textmasters bearbeiten</a:t>
            </a:r>
          </a:p>
          <a:p>
            <a:pPr lvl="1"/>
            <a:r>
              <a:rPr lang="de-DE"/>
              <a:t>Zweite Ebene</a:t>
            </a:r>
          </a:p>
          <a:p>
            <a:pPr lvl="2"/>
            <a:r>
              <a:rPr lang="de-DE"/>
              <a:t>Dritte Ebene</a:t>
            </a:r>
          </a:p>
          <a:p>
            <a:pPr lvl="3"/>
            <a:r>
              <a:rPr lang="de-DE"/>
              <a:t>Vierte Ebene</a:t>
            </a:r>
          </a:p>
        </p:txBody>
      </p:sp>
    </p:spTree>
    <p:extLst>
      <p:ext uri="{BB962C8B-B14F-4D97-AF65-F5344CB8AC3E}">
        <p14:creationId xmlns:p14="http://schemas.microsoft.com/office/powerpoint/2010/main" val="414281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Abschlusschart">
    <p:bg>
      <p:bgPr>
        <a:solidFill>
          <a:schemeClr val="accent1"/>
        </a:solidFill>
        <a:effectLst/>
      </p:bgPr>
    </p:bg>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userDrawn="1">
            <p:custDataLst>
              <p:tags r:id="rId1"/>
            </p:custDataLst>
          </p:nvPr>
        </p:nvGraphicFramePr>
        <p:xfrm>
          <a:off x="0" y="0"/>
          <a:ext cx="211667" cy="158750"/>
        </p:xfrm>
        <a:graphic>
          <a:graphicData uri="http://schemas.openxmlformats.org/presentationml/2006/ole">
            <mc:AlternateContent xmlns:mc="http://schemas.openxmlformats.org/markup-compatibility/2006">
              <mc:Choice xmlns:v="urn:schemas-microsoft-com:vml" Requires="v">
                <p:oleObj name="think-cellスライド" r:id="rId3" imgW="12700" imgH="12700" progId="TCLayout.ActiveDocument.1">
                  <p:embed/>
                </p:oleObj>
              </mc:Choice>
              <mc:Fallback>
                <p:oleObj name="think-cellスライド" r:id="rId3" imgW="12700" imgH="12700" progId="TCLayout.ActiveDocument.1">
                  <p:embed/>
                  <p:pic>
                    <p:nvPicPr>
                      <p:cNvPr id="3" name="Objekt 2" hidden="1"/>
                      <p:cNvPicPr/>
                      <p:nvPr/>
                    </p:nvPicPr>
                    <p:blipFill>
                      <a:blip r:embed="rId4"/>
                      <a:stretch>
                        <a:fillRect/>
                      </a:stretch>
                    </p:blipFill>
                    <p:spPr>
                      <a:xfrm>
                        <a:off x="0" y="0"/>
                        <a:ext cx="211667" cy="158750"/>
                      </a:xfrm>
                      <a:prstGeom prst="rect">
                        <a:avLst/>
                      </a:prstGeom>
                    </p:spPr>
                  </p:pic>
                </p:oleObj>
              </mc:Fallback>
            </mc:AlternateContent>
          </a:graphicData>
        </a:graphic>
      </p:graphicFrame>
      <p:pic>
        <p:nvPicPr>
          <p:cNvPr id="11" name="Grafik 10"/>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3037834" y="2317598"/>
            <a:ext cx="6184321" cy="2234254"/>
          </a:xfrm>
          <a:prstGeom prst="rect">
            <a:avLst/>
          </a:prstGeom>
        </p:spPr>
      </p:pic>
    </p:spTree>
    <p:extLst>
      <p:ext uri="{BB962C8B-B14F-4D97-AF65-F5344CB8AC3E}">
        <p14:creationId xmlns:p14="http://schemas.microsoft.com/office/powerpoint/2010/main" val="481824061"/>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elfolie_Individuell">
    <p:spTree>
      <p:nvGrpSpPr>
        <p:cNvPr id="1" name=""/>
        <p:cNvGrpSpPr/>
        <p:nvPr/>
      </p:nvGrpSpPr>
      <p:grpSpPr>
        <a:xfrm>
          <a:off x="0" y="0"/>
          <a:ext cx="0" cy="0"/>
          <a:chOff x="0" y="0"/>
          <a:chExt cx="0" cy="0"/>
        </a:xfrm>
      </p:grpSpPr>
      <p:sp>
        <p:nvSpPr>
          <p:cNvPr id="10" name="Textfeld 9"/>
          <p:cNvSpPr txBox="1"/>
          <p:nvPr userDrawn="1"/>
        </p:nvSpPr>
        <p:spPr>
          <a:xfrm>
            <a:off x="5987785" y="6451321"/>
            <a:ext cx="216434" cy="184666"/>
          </a:xfrm>
          <a:prstGeom prst="rect">
            <a:avLst/>
          </a:prstGeom>
          <a:noFill/>
        </p:spPr>
        <p:txBody>
          <a:bodyPr wrap="none" lIns="0" tIns="0" rIns="0" bIns="0" rtlCol="0">
            <a:spAutoFit/>
          </a:bodyPr>
          <a:lstStyle/>
          <a:p>
            <a:pPr algn="ctr">
              <a:spcBef>
                <a:spcPts val="110"/>
              </a:spcBef>
              <a:spcAft>
                <a:spcPts val="110"/>
              </a:spcAft>
            </a:pPr>
            <a:r>
              <a:rPr lang="de-DE" sz="1200">
                <a:solidFill>
                  <a:srgbClr val="C50022"/>
                </a:solidFill>
              </a:rPr>
              <a:t>     </a:t>
            </a:r>
            <a:endParaRPr lang="de-DE" sz="1800">
              <a:solidFill>
                <a:srgbClr val="C50022"/>
              </a:solidFill>
            </a:endParaRPr>
          </a:p>
        </p:txBody>
      </p:sp>
      <p:sp>
        <p:nvSpPr>
          <p:cNvPr id="13" name="Datumsplatzhalter 5"/>
          <p:cNvSpPr>
            <a:spLocks noGrp="1"/>
          </p:cNvSpPr>
          <p:nvPr>
            <p:ph type="dt" sz="half" idx="2"/>
          </p:nvPr>
        </p:nvSpPr>
        <p:spPr>
          <a:xfrm>
            <a:off x="685849" y="6516409"/>
            <a:ext cx="468187" cy="175322"/>
          </a:xfrm>
          <a:prstGeom prst="rect">
            <a:avLst/>
          </a:prstGeom>
        </p:spPr>
        <p:txBody>
          <a:bodyPr wrap="none" lIns="0" tIns="0" rIns="0" bIns="0"/>
          <a:lstStyle>
            <a:lvl1pPr>
              <a:defRPr sz="900"/>
            </a:lvl1pPr>
          </a:lstStyle>
          <a:p>
            <a:fld id="{B747CDC7-1E08-4D5B-BDBD-6B3B690BE22D}" type="datetime1">
              <a:rPr lang="de-DE" smtClean="0"/>
              <a:t>07.10.2026</a:t>
            </a:fld>
            <a:endParaRPr lang="de-DE"/>
          </a:p>
        </p:txBody>
      </p:sp>
      <p:sp>
        <p:nvSpPr>
          <p:cNvPr id="14" name="Fußzeilenplatzhalter 6"/>
          <p:cNvSpPr>
            <a:spLocks noGrp="1"/>
          </p:cNvSpPr>
          <p:nvPr>
            <p:ph type="ftr" sz="quarter" idx="3"/>
          </p:nvPr>
        </p:nvSpPr>
        <p:spPr>
          <a:xfrm>
            <a:off x="1368179" y="6516111"/>
            <a:ext cx="3364707" cy="167933"/>
          </a:xfrm>
          <a:prstGeom prst="rect">
            <a:avLst/>
          </a:prstGeom>
        </p:spPr>
        <p:txBody>
          <a:bodyPr lIns="0" tIns="0" rIns="0" bIns="0"/>
          <a:lstStyle>
            <a:lvl1pPr>
              <a:defRPr sz="900">
                <a:solidFill>
                  <a:srgbClr val="000000"/>
                </a:solidFill>
              </a:defRPr>
            </a:lvl1pPr>
          </a:lstStyle>
          <a:p>
            <a:r>
              <a:rPr lang="de-DE"/>
              <a:t>|  Optionale Zusatzinformationen</a:t>
            </a:r>
          </a:p>
        </p:txBody>
      </p:sp>
      <p:sp>
        <p:nvSpPr>
          <p:cNvPr id="15" name="Foliennummernplatzhalter 7"/>
          <p:cNvSpPr>
            <a:spLocks noGrp="1"/>
          </p:cNvSpPr>
          <p:nvPr>
            <p:ph type="sldNum" sz="quarter" idx="4"/>
          </p:nvPr>
        </p:nvSpPr>
        <p:spPr>
          <a:xfrm>
            <a:off x="227043" y="6514798"/>
            <a:ext cx="384267" cy="151200"/>
          </a:xfrm>
          <a:prstGeom prst="rect">
            <a:avLst/>
          </a:prstGeom>
        </p:spPr>
        <p:txBody>
          <a:bodyPr lIns="0" tIns="0" rIns="0" bIns="0"/>
          <a:lstStyle>
            <a:lvl1pPr>
              <a:defRPr sz="900" b="1"/>
            </a:lvl1pPr>
          </a:lstStyle>
          <a:p>
            <a:fld id="{82EA1D04-CA53-4DE3-84A8-2B63E41036C9}" type="slidenum">
              <a:rPr lang="de-DE" smtClean="0"/>
              <a:t>‹#›</a:t>
            </a:fld>
            <a:endParaRPr lang="de-DE"/>
          </a:p>
        </p:txBody>
      </p:sp>
    </p:spTree>
    <p:extLst>
      <p:ext uri="{BB962C8B-B14F-4D97-AF65-F5344CB8AC3E}">
        <p14:creationId xmlns:p14="http://schemas.microsoft.com/office/powerpoint/2010/main" val="3029186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GET Meeting Format">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nvPr>
        </p:nvGraphicFramePr>
        <p:xfrm>
          <a:off x="1591" y="1593"/>
          <a:ext cx="1587" cy="1587"/>
        </p:xfrm>
        <a:graphic>
          <a:graphicData uri="http://schemas.openxmlformats.org/presentationml/2006/ole">
            <mc:AlternateContent xmlns:mc="http://schemas.openxmlformats.org/markup-compatibility/2006">
              <mc:Choice xmlns:v="urn:schemas-microsoft-com:vml" Requires="v">
                <p:oleObj name="think-cellスライド" r:id="rId5" imgW="9525" imgH="9525" progId="TCLayout.ActiveDocument.1">
                  <p:embed/>
                </p:oleObj>
              </mc:Choice>
              <mc:Fallback>
                <p:oleObj name="think-cellスライド" r:id="rId5" imgW="9525" imgH="9525" progId="TCLayout.ActiveDocument.1">
                  <p:embed/>
                  <p:pic>
                    <p:nvPicPr>
                      <p:cNvPr id="2" name="Objekt 1" hidden="1"/>
                      <p:cNvPicPr/>
                      <p:nvPr/>
                    </p:nvPicPr>
                    <p:blipFill>
                      <a:blip r:embed="rId6"/>
                      <a:stretch>
                        <a:fillRect/>
                      </a:stretch>
                    </p:blipFill>
                    <p:spPr>
                      <a:xfrm>
                        <a:off x="1591" y="1593"/>
                        <a:ext cx="1587" cy="1587"/>
                      </a:xfrm>
                      <a:prstGeom prst="rect">
                        <a:avLst/>
                      </a:prstGeom>
                    </p:spPr>
                  </p:pic>
                </p:oleObj>
              </mc:Fallback>
            </mc:AlternateContent>
          </a:graphicData>
        </a:graphic>
      </p:graphicFrame>
      <p:sp>
        <p:nvSpPr>
          <p:cNvPr id="4" name="Rectangle 3" hidden="1"/>
          <p:cNvSpPr/>
          <p:nvPr userDrawn="1">
            <p:custDataLst>
              <p:tags r:id="rId2"/>
            </p:custDataLst>
          </p:nvPr>
        </p:nvSpPr>
        <p:spPr>
          <a:xfrm>
            <a:off x="1" y="0"/>
            <a:ext cx="158771"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de-DE" sz="2800" b="1" i="0" baseline="0">
              <a:latin typeface="Arial" panose="020B0604020202020204" pitchFamily="34" charset="0"/>
              <a:ea typeface="+mj-ea"/>
              <a:cs typeface="+mj-cs"/>
              <a:sym typeface="Arial" panose="020B0604020202020204" pitchFamily="34" charset="0"/>
            </a:endParaRPr>
          </a:p>
        </p:txBody>
      </p:sp>
      <p:sp>
        <p:nvSpPr>
          <p:cNvPr id="3" name="TextPlaz"/>
          <p:cNvSpPr>
            <a:spLocks noGrp="1"/>
          </p:cNvSpPr>
          <p:nvPr>
            <p:ph type="body" idx="1" hasCustomPrompt="1"/>
            <p:custDataLst>
              <p:tags r:id="rId3"/>
            </p:custDataLst>
          </p:nvPr>
        </p:nvSpPr>
        <p:spPr>
          <a:xfrm>
            <a:off x="216028" y="1980000"/>
            <a:ext cx="11748929" cy="38528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lvl1pPr marL="342866" indent="-342866">
              <a:buClr>
                <a:schemeClr val="accent1"/>
              </a:buClr>
              <a:buFont typeface="Wingdings" panose="05000000000000000000" pitchFamily="2" charset="2"/>
              <a:buChar char="n"/>
              <a:defRPr lang="de-DE" dirty="0" smtClean="0"/>
            </a:lvl1pPr>
            <a:lvl2pPr marL="622238" indent="-264769">
              <a:buFont typeface="Wingdings 3" panose="05040102010807070707" pitchFamily="18" charset="2"/>
              <a:buChar char=""/>
              <a:defRPr lang="de-DE" dirty="0" smtClean="0"/>
            </a:lvl2pPr>
            <a:lvl3pPr>
              <a:defRPr lang="de-DE" sz="2000" b="0" i="0" kern="1200" dirty="0">
                <a:solidFill>
                  <a:schemeClr val="tx1"/>
                </a:solidFill>
                <a:latin typeface="Arial" panose="020B0604020202020204"/>
                <a:ea typeface="+mn-ea"/>
                <a:cs typeface="+mn-cs"/>
              </a:defRPr>
            </a:lvl3pPr>
            <a:lvl4pPr>
              <a:defRPr lang="de-DE" dirty="0" smtClean="0"/>
            </a:lvl4pPr>
          </a:lstStyle>
          <a:p>
            <a:pPr lvl="0" fontAlgn="base">
              <a:spcBef>
                <a:spcPts val="1800"/>
              </a:spcBef>
              <a:spcAft>
                <a:spcPct val="0"/>
              </a:spcAft>
              <a:buFont typeface="Wingdings" panose="05000000000000000000" pitchFamily="2" charset="2"/>
            </a:pPr>
            <a:r>
              <a:rPr lang="de-DE"/>
              <a:t>Textmasterformat bearbeiten</a:t>
            </a:r>
          </a:p>
          <a:p>
            <a:pPr marL="813989" lvl="1" indent="-457154" fontAlgn="base">
              <a:spcBef>
                <a:spcPts val="600"/>
              </a:spcBef>
              <a:spcAft>
                <a:spcPct val="0"/>
              </a:spcAft>
              <a:buSzPct val="90000"/>
            </a:pPr>
            <a:r>
              <a:rPr lang="de-DE"/>
              <a:t>Zweite Ebene</a:t>
            </a:r>
          </a:p>
          <a:p>
            <a:pPr marL="1080662" lvl="2" indent="-457154" algn="l" defTabSz="914309" rtl="0" eaLnBrk="1" fontAlgn="base" latinLnBrk="0" hangingPunct="1">
              <a:lnSpc>
                <a:spcPct val="100000"/>
              </a:lnSpc>
              <a:spcBef>
                <a:spcPct val="0"/>
              </a:spcBef>
              <a:spcAft>
                <a:spcPct val="0"/>
              </a:spcAft>
              <a:buClr>
                <a:schemeClr val="accent1"/>
              </a:buClr>
              <a:buSzPct val="95000"/>
              <a:buFont typeface="Arial" panose="020B0604020202020204" pitchFamily="34" charset="0"/>
              <a:buChar char="−"/>
            </a:pPr>
            <a:r>
              <a:rPr lang="de-DE"/>
              <a:t>Dritte Ebene</a:t>
            </a:r>
          </a:p>
          <a:p>
            <a:pPr marL="1166378" lvl="3" indent="-266673" fontAlgn="base">
              <a:spcBef>
                <a:spcPct val="0"/>
              </a:spcBef>
              <a:spcAft>
                <a:spcPct val="0"/>
              </a:spcAft>
            </a:pPr>
            <a:r>
              <a:rPr lang="de-DE"/>
              <a:t>Vierte Ebene</a:t>
            </a:r>
          </a:p>
        </p:txBody>
      </p:sp>
      <p:sp>
        <p:nvSpPr>
          <p:cNvPr id="11" name="Titelplatzhalter 4"/>
          <p:cNvSpPr>
            <a:spLocks noGrp="1"/>
          </p:cNvSpPr>
          <p:nvPr>
            <p:ph type="title"/>
          </p:nvPr>
        </p:nvSpPr>
        <p:spPr>
          <a:xfrm>
            <a:off x="218334" y="430442"/>
            <a:ext cx="11737914" cy="853200"/>
          </a:xfrm>
          <a:prstGeom prst="rect">
            <a:avLst/>
          </a:prstGeom>
        </p:spPr>
        <p:txBody>
          <a:bodyPr vert="horz" lIns="0" tIns="0" rIns="0" bIns="0" rtlCol="0" anchor="t" anchorCtr="0">
            <a:noAutofit/>
          </a:bodyPr>
          <a:lstStyle>
            <a:lvl1pPr>
              <a:defRPr>
                <a:solidFill>
                  <a:schemeClr val="accent1"/>
                </a:solidFill>
              </a:defRPr>
            </a:lvl1pPr>
          </a:lstStyle>
          <a:p>
            <a:r>
              <a:rPr lang="de-DE"/>
              <a:t>Titelmasterformat durch Klicken bearbeiten</a:t>
            </a:r>
          </a:p>
        </p:txBody>
      </p:sp>
      <p:sp>
        <p:nvSpPr>
          <p:cNvPr id="10" name="Textfeld 9"/>
          <p:cNvSpPr txBox="1"/>
          <p:nvPr userDrawn="1"/>
        </p:nvSpPr>
        <p:spPr>
          <a:xfrm>
            <a:off x="5987785" y="6451321"/>
            <a:ext cx="216434" cy="184666"/>
          </a:xfrm>
          <a:prstGeom prst="rect">
            <a:avLst/>
          </a:prstGeom>
          <a:noFill/>
        </p:spPr>
        <p:txBody>
          <a:bodyPr wrap="none" lIns="0" tIns="0" rIns="0" bIns="0" rtlCol="0">
            <a:spAutoFit/>
          </a:bodyPr>
          <a:lstStyle/>
          <a:p>
            <a:pPr algn="ctr">
              <a:spcBef>
                <a:spcPts val="110"/>
              </a:spcBef>
              <a:spcAft>
                <a:spcPts val="110"/>
              </a:spcAft>
            </a:pPr>
            <a:r>
              <a:rPr lang="de-DE" sz="1200">
                <a:solidFill>
                  <a:srgbClr val="C50022"/>
                </a:solidFill>
              </a:rPr>
              <a:t>     </a:t>
            </a:r>
            <a:endParaRPr lang="de-DE" sz="1800">
              <a:solidFill>
                <a:srgbClr val="C50022"/>
              </a:solidFill>
            </a:endParaRPr>
          </a:p>
        </p:txBody>
      </p:sp>
      <p:sp>
        <p:nvSpPr>
          <p:cNvPr id="12" name="Datumsplatzhalter 5"/>
          <p:cNvSpPr>
            <a:spLocks noGrp="1"/>
          </p:cNvSpPr>
          <p:nvPr>
            <p:ph type="dt" sz="half" idx="2"/>
          </p:nvPr>
        </p:nvSpPr>
        <p:spPr>
          <a:xfrm>
            <a:off x="685849" y="6516409"/>
            <a:ext cx="468187" cy="175322"/>
          </a:xfrm>
          <a:prstGeom prst="rect">
            <a:avLst/>
          </a:prstGeom>
        </p:spPr>
        <p:txBody>
          <a:bodyPr wrap="none" lIns="0" tIns="0" rIns="0" bIns="0"/>
          <a:lstStyle>
            <a:lvl1pPr>
              <a:defRPr sz="900"/>
            </a:lvl1pPr>
          </a:lstStyle>
          <a:p>
            <a:fld id="{91D05BC2-6683-41D4-B6DA-391F16BEEA4A}" type="datetime1">
              <a:rPr lang="de-DE" smtClean="0"/>
              <a:t>07.10.2026</a:t>
            </a:fld>
            <a:endParaRPr lang="de-DE"/>
          </a:p>
        </p:txBody>
      </p:sp>
      <p:sp>
        <p:nvSpPr>
          <p:cNvPr id="13" name="Fußzeilenplatzhalter 6"/>
          <p:cNvSpPr>
            <a:spLocks noGrp="1"/>
          </p:cNvSpPr>
          <p:nvPr>
            <p:ph type="ftr" sz="quarter" idx="3"/>
          </p:nvPr>
        </p:nvSpPr>
        <p:spPr>
          <a:xfrm>
            <a:off x="1368181" y="6516115"/>
            <a:ext cx="3364707" cy="167933"/>
          </a:xfrm>
          <a:prstGeom prst="rect">
            <a:avLst/>
          </a:prstGeom>
        </p:spPr>
        <p:txBody>
          <a:bodyPr lIns="0" tIns="0" rIns="0" bIns="0"/>
          <a:lstStyle>
            <a:lvl1pPr>
              <a:defRPr sz="900">
                <a:solidFill>
                  <a:srgbClr val="000000"/>
                </a:solidFill>
              </a:defRPr>
            </a:lvl1pPr>
          </a:lstStyle>
          <a:p>
            <a:r>
              <a:rPr lang="de-DE"/>
              <a:t>|  Optionale Zusatzinformationen</a:t>
            </a:r>
          </a:p>
        </p:txBody>
      </p:sp>
      <p:sp>
        <p:nvSpPr>
          <p:cNvPr id="14" name="Foliennummernplatzhalter 7"/>
          <p:cNvSpPr>
            <a:spLocks noGrp="1"/>
          </p:cNvSpPr>
          <p:nvPr>
            <p:ph type="sldNum" sz="quarter" idx="4"/>
          </p:nvPr>
        </p:nvSpPr>
        <p:spPr>
          <a:xfrm>
            <a:off x="227045" y="6514798"/>
            <a:ext cx="384267" cy="151200"/>
          </a:xfrm>
          <a:prstGeom prst="rect">
            <a:avLst/>
          </a:prstGeom>
        </p:spPr>
        <p:txBody>
          <a:bodyPr lIns="0" tIns="0" rIns="0" bIns="0"/>
          <a:lstStyle>
            <a:lvl1pPr>
              <a:defRPr sz="900" b="1"/>
            </a:lvl1pPr>
          </a:lstStyle>
          <a:p>
            <a:fld id="{82EA1D04-CA53-4DE3-84A8-2B63E41036C9}" type="slidenum">
              <a:rPr lang="de-DE" smtClean="0"/>
              <a:t>‹#›</a:t>
            </a:fld>
            <a:endParaRPr lang="de-DE"/>
          </a:p>
        </p:txBody>
      </p:sp>
    </p:spTree>
    <p:extLst>
      <p:ext uri="{BB962C8B-B14F-4D97-AF65-F5344CB8AC3E}">
        <p14:creationId xmlns:p14="http://schemas.microsoft.com/office/powerpoint/2010/main" val="2380465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5D8A5-DBF1-B079-AEDA-CFFCFF9D51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6C0A108-874C-FA68-CAEE-0D3B3F6FED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93FF4E-4850-3E35-869B-A21BB0C098CE}"/>
              </a:ext>
            </a:extLst>
          </p:cNvPr>
          <p:cNvSpPr>
            <a:spLocks noGrp="1"/>
          </p:cNvSpPr>
          <p:nvPr>
            <p:ph type="dt" sz="half" idx="10"/>
          </p:nvPr>
        </p:nvSpPr>
        <p:spPr/>
        <p:txBody>
          <a:bodyPr/>
          <a:lstStyle/>
          <a:p>
            <a:fld id="{CE6A982D-9F88-4CCA-B07C-1061CEB16D93}" type="datetime1">
              <a:rPr lang="de-DE" smtClean="0"/>
              <a:t>07.10.2026</a:t>
            </a:fld>
            <a:endParaRPr lang="de-DE"/>
          </a:p>
        </p:txBody>
      </p:sp>
      <p:sp>
        <p:nvSpPr>
          <p:cNvPr id="5" name="Slide Number Placeholder 4">
            <a:extLst>
              <a:ext uri="{FF2B5EF4-FFF2-40B4-BE49-F238E27FC236}">
                <a16:creationId xmlns:a16="http://schemas.microsoft.com/office/drawing/2014/main" id="{73F48762-6B4C-3ACC-C007-4F3FF72FB48F}"/>
              </a:ext>
            </a:extLst>
          </p:cNvPr>
          <p:cNvSpPr>
            <a:spLocks noGrp="1"/>
          </p:cNvSpPr>
          <p:nvPr>
            <p:ph type="sldNum" sz="quarter" idx="11"/>
          </p:nvPr>
        </p:nvSpPr>
        <p:spPr/>
        <p:txBody>
          <a:bodyPr/>
          <a:lstStyle/>
          <a:p>
            <a:fld id="{82EA1D04-CA53-4DE3-84A8-2B63E41036C9}" type="slidenum">
              <a:rPr lang="de-DE" smtClean="0"/>
              <a:pPr/>
              <a:t>‹#›</a:t>
            </a:fld>
            <a:endParaRPr lang="de-DE"/>
          </a:p>
        </p:txBody>
      </p:sp>
    </p:spTree>
    <p:extLst>
      <p:ext uri="{BB962C8B-B14F-4D97-AF65-F5344CB8AC3E}">
        <p14:creationId xmlns:p14="http://schemas.microsoft.com/office/powerpoint/2010/main" val="3109227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und Text (2)">
    <p:spTree>
      <p:nvGrpSpPr>
        <p:cNvPr id="1" name=""/>
        <p:cNvGrpSpPr/>
        <p:nvPr/>
      </p:nvGrpSpPr>
      <p:grpSpPr>
        <a:xfrm>
          <a:off x="0" y="0"/>
          <a:ext cx="0" cy="0"/>
          <a:chOff x="0" y="0"/>
          <a:chExt cx="0" cy="0"/>
        </a:xfrm>
      </p:grpSpPr>
      <p:sp>
        <p:nvSpPr>
          <p:cNvPr id="11" name="Titelplatzhalter 4">
            <a:extLst>
              <a:ext uri="{FF2B5EF4-FFF2-40B4-BE49-F238E27FC236}">
                <a16:creationId xmlns:a16="http://schemas.microsoft.com/office/drawing/2014/main" id="{390C50A9-9D78-4408-AB40-1FB207686947}"/>
              </a:ext>
            </a:extLst>
          </p:cNvPr>
          <p:cNvSpPr>
            <a:spLocks noGrp="1"/>
          </p:cNvSpPr>
          <p:nvPr>
            <p:ph type="title"/>
          </p:nvPr>
        </p:nvSpPr>
        <p:spPr>
          <a:xfrm>
            <a:off x="218334" y="430442"/>
            <a:ext cx="11737914" cy="853200"/>
          </a:xfrm>
          <a:prstGeom prst="rect">
            <a:avLst/>
          </a:prstGeom>
        </p:spPr>
        <p:txBody>
          <a:bodyPr vert="horz" lIns="0" tIns="0" rIns="0" bIns="0" rtlCol="0" anchor="t" anchorCtr="0">
            <a:noAutofit/>
          </a:bodyPr>
          <a:lstStyle>
            <a:lvl1pPr>
              <a:defRPr>
                <a:solidFill>
                  <a:schemeClr val="accent1"/>
                </a:solidFill>
              </a:defRPr>
            </a:lvl1pPr>
          </a:lstStyle>
          <a:p>
            <a:r>
              <a:rPr lang="en-US"/>
              <a:t>Click to edit Master title style</a:t>
            </a:r>
            <a:endParaRPr lang="de-DE"/>
          </a:p>
        </p:txBody>
      </p:sp>
      <p:sp>
        <p:nvSpPr>
          <p:cNvPr id="10" name="Textfeld 9">
            <a:extLst>
              <a:ext uri="{FF2B5EF4-FFF2-40B4-BE49-F238E27FC236}">
                <a16:creationId xmlns:a16="http://schemas.microsoft.com/office/drawing/2014/main" id="{ADA07997-FD75-45CF-9C95-3E73EED606D8}"/>
              </a:ext>
            </a:extLst>
          </p:cNvPr>
          <p:cNvSpPr txBox="1"/>
          <p:nvPr userDrawn="1"/>
        </p:nvSpPr>
        <p:spPr>
          <a:xfrm>
            <a:off x="5987785" y="6451321"/>
            <a:ext cx="216434" cy="184666"/>
          </a:xfrm>
          <a:prstGeom prst="rect">
            <a:avLst/>
          </a:prstGeom>
          <a:noFill/>
        </p:spPr>
        <p:txBody>
          <a:bodyPr wrap="none" lIns="0" tIns="0" rIns="0" bIns="0" rtlCol="0">
            <a:spAutoFit/>
          </a:bodyPr>
          <a:lstStyle/>
          <a:p>
            <a:pPr algn="ctr">
              <a:spcBef>
                <a:spcPts val="110"/>
              </a:spcBef>
              <a:spcAft>
                <a:spcPts val="110"/>
              </a:spcAft>
            </a:pPr>
            <a:r>
              <a:rPr lang="de-DE" sz="1200">
                <a:solidFill>
                  <a:srgbClr val="C50022"/>
                </a:solidFill>
              </a:rPr>
              <a:t>     </a:t>
            </a:r>
            <a:endParaRPr lang="de-DE" sz="1800">
              <a:solidFill>
                <a:srgbClr val="C50022"/>
              </a:solidFill>
            </a:endParaRPr>
          </a:p>
        </p:txBody>
      </p:sp>
      <p:sp>
        <p:nvSpPr>
          <p:cNvPr id="12" name="Datumsplatzhalter 5">
            <a:extLst>
              <a:ext uri="{FF2B5EF4-FFF2-40B4-BE49-F238E27FC236}">
                <a16:creationId xmlns:a16="http://schemas.microsoft.com/office/drawing/2014/main" id="{D7FED6A4-1E67-4BFB-B33E-FB522135D44B}"/>
              </a:ext>
            </a:extLst>
          </p:cNvPr>
          <p:cNvSpPr>
            <a:spLocks noGrp="1"/>
          </p:cNvSpPr>
          <p:nvPr>
            <p:ph type="dt" sz="half" idx="2"/>
          </p:nvPr>
        </p:nvSpPr>
        <p:spPr>
          <a:xfrm>
            <a:off x="685849" y="6516409"/>
            <a:ext cx="468187" cy="175322"/>
          </a:xfrm>
          <a:prstGeom prst="rect">
            <a:avLst/>
          </a:prstGeom>
        </p:spPr>
        <p:txBody>
          <a:bodyPr wrap="none" lIns="0" tIns="0" rIns="0" bIns="0"/>
          <a:lstStyle>
            <a:lvl1pPr>
              <a:defRPr sz="900"/>
            </a:lvl1pPr>
          </a:lstStyle>
          <a:p>
            <a:fld id="{65010B03-D230-4701-9F37-B6F131066B93}" type="datetime1">
              <a:rPr lang="de-DE" smtClean="0"/>
              <a:t>07.10.2026</a:t>
            </a:fld>
            <a:endParaRPr lang="de-DE"/>
          </a:p>
        </p:txBody>
      </p:sp>
      <p:sp>
        <p:nvSpPr>
          <p:cNvPr id="13" name="Fußzeilenplatzhalter 6">
            <a:extLst>
              <a:ext uri="{FF2B5EF4-FFF2-40B4-BE49-F238E27FC236}">
                <a16:creationId xmlns:a16="http://schemas.microsoft.com/office/drawing/2014/main" id="{D34A7C90-2662-493E-BCCF-04AD8C9BBB9D}"/>
              </a:ext>
            </a:extLst>
          </p:cNvPr>
          <p:cNvSpPr>
            <a:spLocks noGrp="1"/>
          </p:cNvSpPr>
          <p:nvPr>
            <p:ph type="ftr" sz="quarter" idx="3"/>
          </p:nvPr>
        </p:nvSpPr>
        <p:spPr>
          <a:xfrm>
            <a:off x="1368179" y="6516111"/>
            <a:ext cx="3364707" cy="167933"/>
          </a:xfrm>
          <a:prstGeom prst="rect">
            <a:avLst/>
          </a:prstGeom>
        </p:spPr>
        <p:txBody>
          <a:bodyPr lIns="0" tIns="0" rIns="0" bIns="0"/>
          <a:lstStyle>
            <a:lvl1pPr>
              <a:defRPr sz="900">
                <a:solidFill>
                  <a:srgbClr val="000000"/>
                </a:solidFill>
              </a:defRPr>
            </a:lvl1pPr>
          </a:lstStyle>
          <a:p>
            <a:r>
              <a:rPr lang="de-DE"/>
              <a:t>|  Optionale Zusatzinformationen</a:t>
            </a:r>
          </a:p>
        </p:txBody>
      </p:sp>
      <p:sp>
        <p:nvSpPr>
          <p:cNvPr id="14" name="Foliennummernplatzhalter 7">
            <a:extLst>
              <a:ext uri="{FF2B5EF4-FFF2-40B4-BE49-F238E27FC236}">
                <a16:creationId xmlns:a16="http://schemas.microsoft.com/office/drawing/2014/main" id="{351431EA-8987-4BC2-9894-D7DB72CA7B1C}"/>
              </a:ext>
            </a:extLst>
          </p:cNvPr>
          <p:cNvSpPr>
            <a:spLocks noGrp="1"/>
          </p:cNvSpPr>
          <p:nvPr>
            <p:ph type="sldNum" sz="quarter" idx="4"/>
          </p:nvPr>
        </p:nvSpPr>
        <p:spPr>
          <a:xfrm>
            <a:off x="227043" y="6514798"/>
            <a:ext cx="384267" cy="151200"/>
          </a:xfrm>
          <a:prstGeom prst="rect">
            <a:avLst/>
          </a:prstGeom>
        </p:spPr>
        <p:txBody>
          <a:bodyPr lIns="0" tIns="0" rIns="0" bIns="0"/>
          <a:lstStyle>
            <a:lvl1pPr>
              <a:defRPr sz="900" b="1"/>
            </a:lvl1pPr>
          </a:lstStyle>
          <a:p>
            <a:fld id="{82EA1D04-CA53-4DE3-84A8-2B63E41036C9}" type="slidenum">
              <a:rPr lang="de-DE" smtClean="0"/>
              <a:pPr/>
              <a:t>‹#›</a:t>
            </a:fld>
            <a:endParaRPr lang="de-DE"/>
          </a:p>
        </p:txBody>
      </p:sp>
      <p:sp>
        <p:nvSpPr>
          <p:cNvPr id="8" name="Textplatzhalter 2">
            <a:extLst>
              <a:ext uri="{FF2B5EF4-FFF2-40B4-BE49-F238E27FC236}">
                <a16:creationId xmlns:a16="http://schemas.microsoft.com/office/drawing/2014/main" id="{1685A2C7-DF3B-438A-8442-95E80DFD3B44}"/>
              </a:ext>
            </a:extLst>
          </p:cNvPr>
          <p:cNvSpPr>
            <a:spLocks noGrp="1"/>
          </p:cNvSpPr>
          <p:nvPr>
            <p:ph idx="1"/>
          </p:nvPr>
        </p:nvSpPr>
        <p:spPr>
          <a:xfrm>
            <a:off x="211068" y="1964564"/>
            <a:ext cx="11753889" cy="390599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41701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userDrawn="1">
            <p:custDataLst>
              <p:tags r:id="rId1"/>
            </p:custDataLst>
          </p:nvPr>
        </p:nvGraphicFramePr>
        <p:xfrm>
          <a:off x="0" y="0"/>
          <a:ext cx="211667" cy="158750"/>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3" name="Objekt 2" hidden="1"/>
                      <p:cNvPicPr/>
                      <p:nvPr/>
                    </p:nvPicPr>
                    <p:blipFill>
                      <a:blip r:embed="rId4"/>
                      <a:stretch>
                        <a:fillRect/>
                      </a:stretch>
                    </p:blipFill>
                    <p:spPr>
                      <a:xfrm>
                        <a:off x="0" y="0"/>
                        <a:ext cx="211667" cy="158750"/>
                      </a:xfrm>
                      <a:prstGeom prst="rect">
                        <a:avLst/>
                      </a:prstGeom>
                    </p:spPr>
                  </p:pic>
                </p:oleObj>
              </mc:Fallback>
            </mc:AlternateContent>
          </a:graphicData>
        </a:graphic>
      </p:graphicFrame>
      <p:sp>
        <p:nvSpPr>
          <p:cNvPr id="7" name="Titelplatzhalter 4">
            <a:extLst>
              <a:ext uri="{FF2B5EF4-FFF2-40B4-BE49-F238E27FC236}">
                <a16:creationId xmlns:a16="http://schemas.microsoft.com/office/drawing/2014/main" id="{A0521059-6C76-4B1E-8B67-FC8F50128FF8}"/>
              </a:ext>
            </a:extLst>
          </p:cNvPr>
          <p:cNvSpPr>
            <a:spLocks noGrp="1"/>
          </p:cNvSpPr>
          <p:nvPr>
            <p:ph type="title"/>
          </p:nvPr>
        </p:nvSpPr>
        <p:spPr>
          <a:xfrm>
            <a:off x="218334" y="430442"/>
            <a:ext cx="11737914" cy="853200"/>
          </a:xfrm>
          <a:prstGeom prst="rect">
            <a:avLst/>
          </a:prstGeom>
        </p:spPr>
        <p:txBody>
          <a:bodyPr vert="horz" lIns="0" tIns="0" rIns="0" bIns="0" rtlCol="0" anchor="t" anchorCtr="0">
            <a:noAutofit/>
          </a:bodyPr>
          <a:lstStyle/>
          <a:p>
            <a:r>
              <a:rPr lang="en-US"/>
              <a:t>Click to edit Master title style</a:t>
            </a:r>
            <a:endParaRPr lang="de-DE"/>
          </a:p>
        </p:txBody>
      </p:sp>
      <p:sp>
        <p:nvSpPr>
          <p:cNvPr id="14" name="Textfeld 13">
            <a:extLst>
              <a:ext uri="{FF2B5EF4-FFF2-40B4-BE49-F238E27FC236}">
                <a16:creationId xmlns:a16="http://schemas.microsoft.com/office/drawing/2014/main" id="{65464030-A385-428D-8DF1-26D75A03D65C}"/>
              </a:ext>
            </a:extLst>
          </p:cNvPr>
          <p:cNvSpPr txBox="1"/>
          <p:nvPr userDrawn="1"/>
        </p:nvSpPr>
        <p:spPr>
          <a:xfrm>
            <a:off x="5987785" y="6451321"/>
            <a:ext cx="216434" cy="184666"/>
          </a:xfrm>
          <a:prstGeom prst="rect">
            <a:avLst/>
          </a:prstGeom>
          <a:noFill/>
        </p:spPr>
        <p:txBody>
          <a:bodyPr wrap="none" lIns="0" tIns="0" rIns="0" bIns="0" rtlCol="0">
            <a:spAutoFit/>
          </a:bodyPr>
          <a:lstStyle/>
          <a:p>
            <a:pPr algn="ctr">
              <a:spcBef>
                <a:spcPts val="110"/>
              </a:spcBef>
              <a:spcAft>
                <a:spcPts val="110"/>
              </a:spcAft>
            </a:pPr>
            <a:r>
              <a:rPr lang="de-DE" sz="1200">
                <a:solidFill>
                  <a:srgbClr val="C50022"/>
                </a:solidFill>
              </a:rPr>
              <a:t>     </a:t>
            </a:r>
            <a:endParaRPr lang="de-DE" sz="1800">
              <a:solidFill>
                <a:srgbClr val="C50022"/>
              </a:solidFill>
            </a:endParaRPr>
          </a:p>
        </p:txBody>
      </p:sp>
      <p:sp>
        <p:nvSpPr>
          <p:cNvPr id="8" name="Datumsplatzhalter 5">
            <a:extLst>
              <a:ext uri="{FF2B5EF4-FFF2-40B4-BE49-F238E27FC236}">
                <a16:creationId xmlns:a16="http://schemas.microsoft.com/office/drawing/2014/main" id="{59A4BCB6-06DB-4722-B535-191C8D3CFC56}"/>
              </a:ext>
            </a:extLst>
          </p:cNvPr>
          <p:cNvSpPr>
            <a:spLocks noGrp="1"/>
          </p:cNvSpPr>
          <p:nvPr>
            <p:ph type="dt" sz="half" idx="2"/>
          </p:nvPr>
        </p:nvSpPr>
        <p:spPr>
          <a:xfrm>
            <a:off x="685849" y="6516409"/>
            <a:ext cx="468187" cy="175322"/>
          </a:xfrm>
          <a:prstGeom prst="rect">
            <a:avLst/>
          </a:prstGeom>
        </p:spPr>
        <p:txBody>
          <a:bodyPr wrap="none" lIns="0" tIns="0" rIns="0" bIns="0"/>
          <a:lstStyle>
            <a:lvl1pPr>
              <a:defRPr sz="900"/>
            </a:lvl1pPr>
          </a:lstStyle>
          <a:p>
            <a:fld id="{65010B03-D230-4701-9F37-B6F131066B93}" type="datetime1">
              <a:rPr lang="de-DE" smtClean="0"/>
              <a:t>07.10.2026</a:t>
            </a:fld>
            <a:endParaRPr lang="de-DE"/>
          </a:p>
        </p:txBody>
      </p:sp>
      <p:sp>
        <p:nvSpPr>
          <p:cNvPr id="9" name="Fußzeilenplatzhalter 6">
            <a:extLst>
              <a:ext uri="{FF2B5EF4-FFF2-40B4-BE49-F238E27FC236}">
                <a16:creationId xmlns:a16="http://schemas.microsoft.com/office/drawing/2014/main" id="{C9D8C653-082A-4547-8F61-15A68369B9F1}"/>
              </a:ext>
            </a:extLst>
          </p:cNvPr>
          <p:cNvSpPr>
            <a:spLocks noGrp="1"/>
          </p:cNvSpPr>
          <p:nvPr>
            <p:ph type="ftr" sz="quarter" idx="3"/>
          </p:nvPr>
        </p:nvSpPr>
        <p:spPr>
          <a:xfrm>
            <a:off x="1368179" y="6516111"/>
            <a:ext cx="3364707" cy="167933"/>
          </a:xfrm>
          <a:prstGeom prst="rect">
            <a:avLst/>
          </a:prstGeom>
        </p:spPr>
        <p:txBody>
          <a:bodyPr lIns="0" tIns="0" rIns="0" bIns="0"/>
          <a:lstStyle>
            <a:lvl1pPr>
              <a:defRPr sz="900">
                <a:solidFill>
                  <a:srgbClr val="000000"/>
                </a:solidFill>
              </a:defRPr>
            </a:lvl1pPr>
          </a:lstStyle>
          <a:p>
            <a:r>
              <a:rPr lang="de-DE"/>
              <a:t>|  Optionale Zusatzinformationen</a:t>
            </a:r>
          </a:p>
        </p:txBody>
      </p:sp>
      <p:sp>
        <p:nvSpPr>
          <p:cNvPr id="10" name="Foliennummernplatzhalter 7">
            <a:extLst>
              <a:ext uri="{FF2B5EF4-FFF2-40B4-BE49-F238E27FC236}">
                <a16:creationId xmlns:a16="http://schemas.microsoft.com/office/drawing/2014/main" id="{AC016C49-66EA-43A4-8374-8A27282E9B10}"/>
              </a:ext>
            </a:extLst>
          </p:cNvPr>
          <p:cNvSpPr>
            <a:spLocks noGrp="1"/>
          </p:cNvSpPr>
          <p:nvPr>
            <p:ph type="sldNum" sz="quarter" idx="4"/>
          </p:nvPr>
        </p:nvSpPr>
        <p:spPr>
          <a:xfrm>
            <a:off x="227043" y="6514798"/>
            <a:ext cx="384267" cy="151200"/>
          </a:xfrm>
          <a:prstGeom prst="rect">
            <a:avLst/>
          </a:prstGeom>
        </p:spPr>
        <p:txBody>
          <a:bodyPr lIns="0" tIns="0" rIns="0" bIns="0"/>
          <a:lstStyle>
            <a:lvl1pPr>
              <a:defRPr sz="900" b="1"/>
            </a:lvl1pPr>
          </a:lstStyle>
          <a:p>
            <a:fld id="{82EA1D04-CA53-4DE3-84A8-2B63E41036C9}" type="slidenum">
              <a:rPr lang="de-DE" smtClean="0"/>
              <a:pPr/>
              <a:t>‹#›</a:t>
            </a:fld>
            <a:endParaRPr lang="de-DE"/>
          </a:p>
        </p:txBody>
      </p:sp>
    </p:spTree>
    <p:extLst>
      <p:ext uri="{BB962C8B-B14F-4D97-AF65-F5344CB8AC3E}">
        <p14:creationId xmlns:p14="http://schemas.microsoft.com/office/powerpoint/2010/main" val="31371946"/>
      </p:ext>
    </p:extLst>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bschlusschart">
    <p:bg>
      <p:bgPr>
        <a:solidFill>
          <a:schemeClr val="accent1"/>
        </a:solidFill>
        <a:effectLst/>
      </p:bgPr>
    </p:bg>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userDrawn="1">
            <p:custDataLst>
              <p:tags r:id="rId1"/>
            </p:custDataLst>
          </p:nvPr>
        </p:nvGraphicFramePr>
        <p:xfrm>
          <a:off x="0" y="0"/>
          <a:ext cx="211667" cy="158750"/>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3" name="Objekt 2" hidden="1"/>
                      <p:cNvPicPr/>
                      <p:nvPr/>
                    </p:nvPicPr>
                    <p:blipFill>
                      <a:blip r:embed="rId4"/>
                      <a:stretch>
                        <a:fillRect/>
                      </a:stretch>
                    </p:blipFill>
                    <p:spPr>
                      <a:xfrm>
                        <a:off x="0" y="0"/>
                        <a:ext cx="211667" cy="158750"/>
                      </a:xfrm>
                      <a:prstGeom prst="rect">
                        <a:avLst/>
                      </a:prstGeom>
                    </p:spPr>
                  </p:pic>
                </p:oleObj>
              </mc:Fallback>
            </mc:AlternateContent>
          </a:graphicData>
        </a:graphic>
      </p:graphicFrame>
      <p:pic>
        <p:nvPicPr>
          <p:cNvPr id="11" name="Grafik 10">
            <a:extLst>
              <a:ext uri="{FF2B5EF4-FFF2-40B4-BE49-F238E27FC236}">
                <a16:creationId xmlns:a16="http://schemas.microsoft.com/office/drawing/2014/main" id="{E34E41C1-D162-4523-81CC-C7A39574D457}"/>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037834" y="2317598"/>
            <a:ext cx="6184321" cy="2234254"/>
          </a:xfrm>
          <a:prstGeom prst="rect">
            <a:avLst/>
          </a:prstGeom>
        </p:spPr>
      </p:pic>
    </p:spTree>
    <p:extLst>
      <p:ext uri="{BB962C8B-B14F-4D97-AF65-F5344CB8AC3E}">
        <p14:creationId xmlns:p14="http://schemas.microsoft.com/office/powerpoint/2010/main" val="3995925167"/>
      </p:ext>
    </p:extLst>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el und Text (2)">
    <p:spTree>
      <p:nvGrpSpPr>
        <p:cNvPr id="1" name=""/>
        <p:cNvGrpSpPr/>
        <p:nvPr/>
      </p:nvGrpSpPr>
      <p:grpSpPr>
        <a:xfrm>
          <a:off x="0" y="0"/>
          <a:ext cx="0" cy="0"/>
          <a:chOff x="0" y="0"/>
          <a:chExt cx="0" cy="0"/>
        </a:xfrm>
      </p:grpSpPr>
      <p:sp>
        <p:nvSpPr>
          <p:cNvPr id="11" name="Titelplatzhalter 4">
            <a:extLst>
              <a:ext uri="{FF2B5EF4-FFF2-40B4-BE49-F238E27FC236}">
                <a16:creationId xmlns:a16="http://schemas.microsoft.com/office/drawing/2014/main" id="{390C50A9-9D78-4408-AB40-1FB207686947}"/>
              </a:ext>
            </a:extLst>
          </p:cNvPr>
          <p:cNvSpPr>
            <a:spLocks noGrp="1"/>
          </p:cNvSpPr>
          <p:nvPr>
            <p:ph type="title"/>
          </p:nvPr>
        </p:nvSpPr>
        <p:spPr>
          <a:xfrm>
            <a:off x="218334" y="430442"/>
            <a:ext cx="11737914" cy="853200"/>
          </a:xfrm>
          <a:prstGeom prst="rect">
            <a:avLst/>
          </a:prstGeom>
        </p:spPr>
        <p:txBody>
          <a:bodyPr vert="horz" lIns="0" tIns="0" rIns="0" bIns="0" rtlCol="0" anchor="t" anchorCtr="0">
            <a:noAutofit/>
          </a:bodyPr>
          <a:lstStyle>
            <a:lvl1pPr>
              <a:defRPr>
                <a:solidFill>
                  <a:schemeClr val="accent1"/>
                </a:solidFill>
              </a:defRPr>
            </a:lvl1pPr>
          </a:lstStyle>
          <a:p>
            <a:r>
              <a:rPr lang="en-US"/>
              <a:t>Click to edit Master title style</a:t>
            </a:r>
            <a:endParaRPr lang="de-DE"/>
          </a:p>
        </p:txBody>
      </p:sp>
      <p:sp>
        <p:nvSpPr>
          <p:cNvPr id="10" name="Textfeld 9">
            <a:extLst>
              <a:ext uri="{FF2B5EF4-FFF2-40B4-BE49-F238E27FC236}">
                <a16:creationId xmlns:a16="http://schemas.microsoft.com/office/drawing/2014/main" id="{ADA07997-FD75-45CF-9C95-3E73EED606D8}"/>
              </a:ext>
            </a:extLst>
          </p:cNvPr>
          <p:cNvSpPr txBox="1"/>
          <p:nvPr userDrawn="1"/>
        </p:nvSpPr>
        <p:spPr>
          <a:xfrm>
            <a:off x="5987785" y="6451321"/>
            <a:ext cx="216434" cy="184666"/>
          </a:xfrm>
          <a:prstGeom prst="rect">
            <a:avLst/>
          </a:prstGeom>
          <a:noFill/>
        </p:spPr>
        <p:txBody>
          <a:bodyPr wrap="none" lIns="0" tIns="0" rIns="0" bIns="0" rtlCol="0">
            <a:spAutoFit/>
          </a:bodyPr>
          <a:lstStyle/>
          <a:p>
            <a:pPr algn="ctr">
              <a:spcBef>
                <a:spcPts val="110"/>
              </a:spcBef>
              <a:spcAft>
                <a:spcPts val="110"/>
              </a:spcAft>
            </a:pPr>
            <a:r>
              <a:rPr lang="de-DE" sz="1200">
                <a:solidFill>
                  <a:srgbClr val="C50022"/>
                </a:solidFill>
              </a:rPr>
              <a:t>     </a:t>
            </a:r>
            <a:endParaRPr lang="de-DE" sz="1800">
              <a:solidFill>
                <a:srgbClr val="C50022"/>
              </a:solidFill>
            </a:endParaRPr>
          </a:p>
        </p:txBody>
      </p:sp>
      <p:sp>
        <p:nvSpPr>
          <p:cNvPr id="12" name="Datumsplatzhalter 5">
            <a:extLst>
              <a:ext uri="{FF2B5EF4-FFF2-40B4-BE49-F238E27FC236}">
                <a16:creationId xmlns:a16="http://schemas.microsoft.com/office/drawing/2014/main" id="{D7FED6A4-1E67-4BFB-B33E-FB522135D44B}"/>
              </a:ext>
            </a:extLst>
          </p:cNvPr>
          <p:cNvSpPr>
            <a:spLocks noGrp="1"/>
          </p:cNvSpPr>
          <p:nvPr>
            <p:ph type="dt" sz="half" idx="2"/>
          </p:nvPr>
        </p:nvSpPr>
        <p:spPr>
          <a:xfrm>
            <a:off x="685849" y="6516409"/>
            <a:ext cx="468187" cy="175322"/>
          </a:xfrm>
          <a:prstGeom prst="rect">
            <a:avLst/>
          </a:prstGeom>
        </p:spPr>
        <p:txBody>
          <a:bodyPr wrap="none" lIns="0" tIns="0" rIns="0" bIns="0"/>
          <a:lstStyle>
            <a:lvl1pPr>
              <a:defRPr sz="900"/>
            </a:lvl1pPr>
          </a:lstStyle>
          <a:p>
            <a:fld id="{65010B03-D230-4701-9F37-B6F131066B93}" type="datetime1">
              <a:rPr lang="de-DE" smtClean="0"/>
              <a:t>07.10.2026</a:t>
            </a:fld>
            <a:endParaRPr lang="de-DE"/>
          </a:p>
        </p:txBody>
      </p:sp>
      <p:sp>
        <p:nvSpPr>
          <p:cNvPr id="13" name="Fußzeilenplatzhalter 6">
            <a:extLst>
              <a:ext uri="{FF2B5EF4-FFF2-40B4-BE49-F238E27FC236}">
                <a16:creationId xmlns:a16="http://schemas.microsoft.com/office/drawing/2014/main" id="{D34A7C90-2662-493E-BCCF-04AD8C9BBB9D}"/>
              </a:ext>
            </a:extLst>
          </p:cNvPr>
          <p:cNvSpPr>
            <a:spLocks noGrp="1"/>
          </p:cNvSpPr>
          <p:nvPr>
            <p:ph type="ftr" sz="quarter" idx="3"/>
          </p:nvPr>
        </p:nvSpPr>
        <p:spPr>
          <a:xfrm>
            <a:off x="1368179" y="6516111"/>
            <a:ext cx="3364707" cy="167933"/>
          </a:xfrm>
          <a:prstGeom prst="rect">
            <a:avLst/>
          </a:prstGeom>
        </p:spPr>
        <p:txBody>
          <a:bodyPr lIns="0" tIns="0" rIns="0" bIns="0"/>
          <a:lstStyle>
            <a:lvl1pPr>
              <a:defRPr sz="900">
                <a:solidFill>
                  <a:srgbClr val="000000"/>
                </a:solidFill>
              </a:defRPr>
            </a:lvl1pPr>
          </a:lstStyle>
          <a:p>
            <a:r>
              <a:rPr lang="de-DE"/>
              <a:t>|  Optionale Zusatzinformationen</a:t>
            </a:r>
          </a:p>
        </p:txBody>
      </p:sp>
      <p:sp>
        <p:nvSpPr>
          <p:cNvPr id="14" name="Foliennummernplatzhalter 7">
            <a:extLst>
              <a:ext uri="{FF2B5EF4-FFF2-40B4-BE49-F238E27FC236}">
                <a16:creationId xmlns:a16="http://schemas.microsoft.com/office/drawing/2014/main" id="{351431EA-8987-4BC2-9894-D7DB72CA7B1C}"/>
              </a:ext>
            </a:extLst>
          </p:cNvPr>
          <p:cNvSpPr>
            <a:spLocks noGrp="1"/>
          </p:cNvSpPr>
          <p:nvPr>
            <p:ph type="sldNum" sz="quarter" idx="4"/>
          </p:nvPr>
        </p:nvSpPr>
        <p:spPr>
          <a:xfrm>
            <a:off x="227043" y="6514798"/>
            <a:ext cx="384267" cy="151200"/>
          </a:xfrm>
          <a:prstGeom prst="rect">
            <a:avLst/>
          </a:prstGeom>
        </p:spPr>
        <p:txBody>
          <a:bodyPr lIns="0" tIns="0" rIns="0" bIns="0"/>
          <a:lstStyle>
            <a:lvl1pPr>
              <a:defRPr sz="900" b="1"/>
            </a:lvl1pPr>
          </a:lstStyle>
          <a:p>
            <a:fld id="{82EA1D04-CA53-4DE3-84A8-2B63E41036C9}" type="slidenum">
              <a:rPr lang="de-DE" smtClean="0"/>
              <a:pPr/>
              <a:t>‹#›</a:t>
            </a:fld>
            <a:endParaRPr lang="de-DE"/>
          </a:p>
        </p:txBody>
      </p:sp>
      <p:sp>
        <p:nvSpPr>
          <p:cNvPr id="8" name="Textplatzhalter 2">
            <a:extLst>
              <a:ext uri="{FF2B5EF4-FFF2-40B4-BE49-F238E27FC236}">
                <a16:creationId xmlns:a16="http://schemas.microsoft.com/office/drawing/2014/main" id="{1685A2C7-DF3B-438A-8442-95E80DFD3B44}"/>
              </a:ext>
            </a:extLst>
          </p:cNvPr>
          <p:cNvSpPr>
            <a:spLocks noGrp="1"/>
          </p:cNvSpPr>
          <p:nvPr>
            <p:ph idx="1"/>
          </p:nvPr>
        </p:nvSpPr>
        <p:spPr>
          <a:xfrm>
            <a:off x="211068" y="1964564"/>
            <a:ext cx="11753889" cy="390599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417018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userDrawn="1">
            <p:custDataLst>
              <p:tags r:id="rId1"/>
            </p:custDataLst>
          </p:nvPr>
        </p:nvGraphicFramePr>
        <p:xfrm>
          <a:off x="0" y="0"/>
          <a:ext cx="211667" cy="158750"/>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3" name="Objekt 2" hidden="1"/>
                      <p:cNvPicPr/>
                      <p:nvPr/>
                    </p:nvPicPr>
                    <p:blipFill>
                      <a:blip r:embed="rId4"/>
                      <a:stretch>
                        <a:fillRect/>
                      </a:stretch>
                    </p:blipFill>
                    <p:spPr>
                      <a:xfrm>
                        <a:off x="0" y="0"/>
                        <a:ext cx="211667" cy="158750"/>
                      </a:xfrm>
                      <a:prstGeom prst="rect">
                        <a:avLst/>
                      </a:prstGeom>
                    </p:spPr>
                  </p:pic>
                </p:oleObj>
              </mc:Fallback>
            </mc:AlternateContent>
          </a:graphicData>
        </a:graphic>
      </p:graphicFrame>
      <p:sp>
        <p:nvSpPr>
          <p:cNvPr id="7" name="Titelplatzhalter 4">
            <a:extLst>
              <a:ext uri="{FF2B5EF4-FFF2-40B4-BE49-F238E27FC236}">
                <a16:creationId xmlns:a16="http://schemas.microsoft.com/office/drawing/2014/main" id="{A0521059-6C76-4B1E-8B67-FC8F50128FF8}"/>
              </a:ext>
            </a:extLst>
          </p:cNvPr>
          <p:cNvSpPr>
            <a:spLocks noGrp="1"/>
          </p:cNvSpPr>
          <p:nvPr>
            <p:ph type="title"/>
          </p:nvPr>
        </p:nvSpPr>
        <p:spPr>
          <a:xfrm>
            <a:off x="218334" y="430442"/>
            <a:ext cx="11737914" cy="853200"/>
          </a:xfrm>
          <a:prstGeom prst="rect">
            <a:avLst/>
          </a:prstGeom>
        </p:spPr>
        <p:txBody>
          <a:bodyPr vert="horz" lIns="0" tIns="0" rIns="0" bIns="0" rtlCol="0" anchor="t" anchorCtr="0">
            <a:noAutofit/>
          </a:bodyPr>
          <a:lstStyle/>
          <a:p>
            <a:r>
              <a:rPr lang="en-US"/>
              <a:t>Click to edit Master title style</a:t>
            </a:r>
            <a:endParaRPr lang="de-DE"/>
          </a:p>
        </p:txBody>
      </p:sp>
      <p:sp>
        <p:nvSpPr>
          <p:cNvPr id="14" name="Textfeld 13">
            <a:extLst>
              <a:ext uri="{FF2B5EF4-FFF2-40B4-BE49-F238E27FC236}">
                <a16:creationId xmlns:a16="http://schemas.microsoft.com/office/drawing/2014/main" id="{65464030-A385-428D-8DF1-26D75A03D65C}"/>
              </a:ext>
            </a:extLst>
          </p:cNvPr>
          <p:cNvSpPr txBox="1"/>
          <p:nvPr userDrawn="1"/>
        </p:nvSpPr>
        <p:spPr>
          <a:xfrm>
            <a:off x="5987785" y="6451321"/>
            <a:ext cx="216434" cy="184666"/>
          </a:xfrm>
          <a:prstGeom prst="rect">
            <a:avLst/>
          </a:prstGeom>
          <a:noFill/>
        </p:spPr>
        <p:txBody>
          <a:bodyPr wrap="none" lIns="0" tIns="0" rIns="0" bIns="0" rtlCol="0">
            <a:spAutoFit/>
          </a:bodyPr>
          <a:lstStyle/>
          <a:p>
            <a:pPr algn="ctr">
              <a:spcBef>
                <a:spcPts val="110"/>
              </a:spcBef>
              <a:spcAft>
                <a:spcPts val="110"/>
              </a:spcAft>
            </a:pPr>
            <a:r>
              <a:rPr lang="de-DE" sz="1200">
                <a:solidFill>
                  <a:srgbClr val="C50022"/>
                </a:solidFill>
              </a:rPr>
              <a:t>     </a:t>
            </a:r>
            <a:endParaRPr lang="de-DE" sz="1800">
              <a:solidFill>
                <a:srgbClr val="C50022"/>
              </a:solidFill>
            </a:endParaRPr>
          </a:p>
        </p:txBody>
      </p:sp>
      <p:sp>
        <p:nvSpPr>
          <p:cNvPr id="8" name="Datumsplatzhalter 5">
            <a:extLst>
              <a:ext uri="{FF2B5EF4-FFF2-40B4-BE49-F238E27FC236}">
                <a16:creationId xmlns:a16="http://schemas.microsoft.com/office/drawing/2014/main" id="{59A4BCB6-06DB-4722-B535-191C8D3CFC56}"/>
              </a:ext>
            </a:extLst>
          </p:cNvPr>
          <p:cNvSpPr>
            <a:spLocks noGrp="1"/>
          </p:cNvSpPr>
          <p:nvPr>
            <p:ph type="dt" sz="half" idx="2"/>
          </p:nvPr>
        </p:nvSpPr>
        <p:spPr>
          <a:xfrm>
            <a:off x="685849" y="6516409"/>
            <a:ext cx="468187" cy="175322"/>
          </a:xfrm>
          <a:prstGeom prst="rect">
            <a:avLst/>
          </a:prstGeom>
        </p:spPr>
        <p:txBody>
          <a:bodyPr wrap="none" lIns="0" tIns="0" rIns="0" bIns="0"/>
          <a:lstStyle>
            <a:lvl1pPr>
              <a:defRPr sz="900"/>
            </a:lvl1pPr>
          </a:lstStyle>
          <a:p>
            <a:fld id="{65010B03-D230-4701-9F37-B6F131066B93}" type="datetime1">
              <a:rPr lang="de-DE" smtClean="0"/>
              <a:t>07.10.2026</a:t>
            </a:fld>
            <a:endParaRPr lang="de-DE"/>
          </a:p>
        </p:txBody>
      </p:sp>
      <p:sp>
        <p:nvSpPr>
          <p:cNvPr id="9" name="Fußzeilenplatzhalter 6">
            <a:extLst>
              <a:ext uri="{FF2B5EF4-FFF2-40B4-BE49-F238E27FC236}">
                <a16:creationId xmlns:a16="http://schemas.microsoft.com/office/drawing/2014/main" id="{C9D8C653-082A-4547-8F61-15A68369B9F1}"/>
              </a:ext>
            </a:extLst>
          </p:cNvPr>
          <p:cNvSpPr>
            <a:spLocks noGrp="1"/>
          </p:cNvSpPr>
          <p:nvPr>
            <p:ph type="ftr" sz="quarter" idx="3"/>
          </p:nvPr>
        </p:nvSpPr>
        <p:spPr>
          <a:xfrm>
            <a:off x="1368179" y="6516111"/>
            <a:ext cx="3364707" cy="167933"/>
          </a:xfrm>
          <a:prstGeom prst="rect">
            <a:avLst/>
          </a:prstGeom>
        </p:spPr>
        <p:txBody>
          <a:bodyPr lIns="0" tIns="0" rIns="0" bIns="0"/>
          <a:lstStyle>
            <a:lvl1pPr>
              <a:defRPr sz="900">
                <a:solidFill>
                  <a:srgbClr val="000000"/>
                </a:solidFill>
              </a:defRPr>
            </a:lvl1pPr>
          </a:lstStyle>
          <a:p>
            <a:r>
              <a:rPr lang="de-DE"/>
              <a:t>|  Optionale Zusatzinformationen</a:t>
            </a:r>
          </a:p>
        </p:txBody>
      </p:sp>
      <p:sp>
        <p:nvSpPr>
          <p:cNvPr id="10" name="Foliennummernplatzhalter 7">
            <a:extLst>
              <a:ext uri="{FF2B5EF4-FFF2-40B4-BE49-F238E27FC236}">
                <a16:creationId xmlns:a16="http://schemas.microsoft.com/office/drawing/2014/main" id="{AC016C49-66EA-43A4-8374-8A27282E9B10}"/>
              </a:ext>
            </a:extLst>
          </p:cNvPr>
          <p:cNvSpPr>
            <a:spLocks noGrp="1"/>
          </p:cNvSpPr>
          <p:nvPr>
            <p:ph type="sldNum" sz="quarter" idx="4"/>
          </p:nvPr>
        </p:nvSpPr>
        <p:spPr>
          <a:xfrm>
            <a:off x="227043" y="6514798"/>
            <a:ext cx="384267" cy="151200"/>
          </a:xfrm>
          <a:prstGeom prst="rect">
            <a:avLst/>
          </a:prstGeom>
        </p:spPr>
        <p:txBody>
          <a:bodyPr lIns="0" tIns="0" rIns="0" bIns="0"/>
          <a:lstStyle>
            <a:lvl1pPr>
              <a:defRPr sz="900" b="1"/>
            </a:lvl1pPr>
          </a:lstStyle>
          <a:p>
            <a:fld id="{82EA1D04-CA53-4DE3-84A8-2B63E41036C9}" type="slidenum">
              <a:rPr lang="de-DE" smtClean="0"/>
              <a:pPr/>
              <a:t>‹#›</a:t>
            </a:fld>
            <a:endParaRPr lang="de-DE"/>
          </a:p>
        </p:txBody>
      </p:sp>
    </p:spTree>
    <p:extLst>
      <p:ext uri="{BB962C8B-B14F-4D97-AF65-F5344CB8AC3E}">
        <p14:creationId xmlns:p14="http://schemas.microsoft.com/office/powerpoint/2010/main" val="31371946"/>
      </p:ext>
    </p:extLst>
  </p:cSld>
  <p:clrMapOvr>
    <a:masterClrMapping/>
  </p:clrMapOvr>
  <p:transition spd="med">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Abschlusschart">
    <p:bg>
      <p:bgPr>
        <a:solidFill>
          <a:schemeClr val="accent1"/>
        </a:solidFill>
        <a:effectLst/>
      </p:bgPr>
    </p:bg>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userDrawn="1">
            <p:custDataLst>
              <p:tags r:id="rId1"/>
            </p:custDataLst>
          </p:nvPr>
        </p:nvGraphicFramePr>
        <p:xfrm>
          <a:off x="0" y="0"/>
          <a:ext cx="211667" cy="158750"/>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3" name="Objekt 2" hidden="1"/>
                      <p:cNvPicPr/>
                      <p:nvPr/>
                    </p:nvPicPr>
                    <p:blipFill>
                      <a:blip r:embed="rId4"/>
                      <a:stretch>
                        <a:fillRect/>
                      </a:stretch>
                    </p:blipFill>
                    <p:spPr>
                      <a:xfrm>
                        <a:off x="0" y="0"/>
                        <a:ext cx="211667" cy="158750"/>
                      </a:xfrm>
                      <a:prstGeom prst="rect">
                        <a:avLst/>
                      </a:prstGeom>
                    </p:spPr>
                  </p:pic>
                </p:oleObj>
              </mc:Fallback>
            </mc:AlternateContent>
          </a:graphicData>
        </a:graphic>
      </p:graphicFrame>
      <p:pic>
        <p:nvPicPr>
          <p:cNvPr id="11" name="Grafik 10">
            <a:extLst>
              <a:ext uri="{FF2B5EF4-FFF2-40B4-BE49-F238E27FC236}">
                <a16:creationId xmlns:a16="http://schemas.microsoft.com/office/drawing/2014/main" id="{E34E41C1-D162-4523-81CC-C7A39574D457}"/>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037834" y="2317598"/>
            <a:ext cx="6184321" cy="2234254"/>
          </a:xfrm>
          <a:prstGeom prst="rect">
            <a:avLst/>
          </a:prstGeom>
        </p:spPr>
      </p:pic>
    </p:spTree>
    <p:extLst>
      <p:ext uri="{BB962C8B-B14F-4D97-AF65-F5344CB8AC3E}">
        <p14:creationId xmlns:p14="http://schemas.microsoft.com/office/powerpoint/2010/main" val="3995925167"/>
      </p:ext>
    </p:extLst>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slideLayout" Target="../slideLayouts/slideLayout9.xml"/><Relationship Id="rId7" Type="http://schemas.openxmlformats.org/officeDocument/2006/relationships/tags" Target="../tags/tag10.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ags" Target="../tags/tag9.xml"/><Relationship Id="rId5" Type="http://schemas.openxmlformats.org/officeDocument/2006/relationships/theme" Target="../theme/theme2.xml"/><Relationship Id="rId10" Type="http://schemas.openxmlformats.org/officeDocument/2006/relationships/image" Target="../media/image7.png"/><Relationship Id="rId4" Type="http://schemas.openxmlformats.org/officeDocument/2006/relationships/slideLayout" Target="../slideLayouts/slideLayout10.xml"/><Relationship Id="rId9" Type="http://schemas.openxmlformats.org/officeDocument/2006/relationships/image" Target="../media/image6.emf"/></Relationships>
</file>

<file path=ppt/slideMasters/_rels/slideMaster3.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heme" Target="../theme/theme3.xml"/><Relationship Id="rId1" Type="http://schemas.openxmlformats.org/officeDocument/2006/relationships/slideLayout" Target="../slideLayouts/slideLayout11.xml"/><Relationship Id="rId5" Type="http://schemas.openxmlformats.org/officeDocument/2006/relationships/image" Target="../media/image10.emf"/><Relationship Id="rId4" Type="http://schemas.openxmlformats.org/officeDocument/2006/relationships/oleObject" Target="../embeddings/oleObject7.bin"/></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5" Type="http://schemas.openxmlformats.org/officeDocument/2006/relationships/image" Target="../media/image11.png"/><Relationship Id="rId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对象 3" hidden="1">
            <a:extLst>
              <a:ext uri="{FF2B5EF4-FFF2-40B4-BE49-F238E27FC236}">
                <a16:creationId xmlns:a16="http://schemas.microsoft.com/office/drawing/2014/main" id="{8C6BBE92-ECB4-4333-9A6C-4333AC19C95B}"/>
              </a:ext>
            </a:extLst>
          </p:cNvPr>
          <p:cNvGraphicFramePr>
            <a:graphicFrameLocks noChangeAspect="1"/>
          </p:cNvGraphicFramePr>
          <p:nvPr userDrawn="1">
            <p:custDataLst>
              <p:tags r:id="rId8"/>
            </p:custDataLst>
            <p:extLst>
              <p:ext uri="{D42A27DB-BD31-4B8C-83A1-F6EECF244321}">
                <p14:modId xmlns:p14="http://schemas.microsoft.com/office/powerpoint/2010/main" val="3183202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0" imgW="360" imgH="360" progId="TCLayout.ActiveDocument.1">
                  <p:embed/>
                </p:oleObj>
              </mc:Choice>
              <mc:Fallback>
                <p:oleObj name="think-cellスライド" r:id="rId10" imgW="360" imgH="360" progId="TCLayout.ActiveDocument.1">
                  <p:embed/>
                  <p:pic>
                    <p:nvPicPr>
                      <p:cNvPr id="4" name="对象 3" hidden="1">
                        <a:extLst>
                          <a:ext uri="{FF2B5EF4-FFF2-40B4-BE49-F238E27FC236}">
                            <a16:creationId xmlns:a16="http://schemas.microsoft.com/office/drawing/2014/main" id="{8C6BBE92-ECB4-4333-9A6C-4333AC19C95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3" name="矩形 2" hidden="1">
            <a:extLst>
              <a:ext uri="{FF2B5EF4-FFF2-40B4-BE49-F238E27FC236}">
                <a16:creationId xmlns:a16="http://schemas.microsoft.com/office/drawing/2014/main" id="{9DEDBA8C-E072-4DE2-A54B-D4EF8D75FA49}"/>
              </a:ext>
            </a:extLst>
          </p:cNvPr>
          <p:cNvSpPr/>
          <p:nvPr userDrawn="1">
            <p:custDataLst>
              <p:tags r:id="rId9"/>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de-DE" altLang="zh-CN" sz="2800" b="1" i="0" baseline="0">
              <a:latin typeface="Arial" panose="020B0604020202020204" pitchFamily="34" charset="0"/>
              <a:ea typeface="+mj-ea"/>
              <a:cs typeface="+mj-cs"/>
              <a:sym typeface="Arial" panose="020B0604020202020204" pitchFamily="34" charset="0"/>
            </a:endParaRPr>
          </a:p>
        </p:txBody>
      </p:sp>
      <p:grpSp>
        <p:nvGrpSpPr>
          <p:cNvPr id="8" name="Gruppieren 7">
            <a:extLst>
              <a:ext uri="{FF2B5EF4-FFF2-40B4-BE49-F238E27FC236}">
                <a16:creationId xmlns:a16="http://schemas.microsoft.com/office/drawing/2014/main" id="{4B6A72FA-458D-4538-AEDE-4F7F38509E9E}"/>
              </a:ext>
            </a:extLst>
          </p:cNvPr>
          <p:cNvGrpSpPr/>
          <p:nvPr userDrawn="1"/>
        </p:nvGrpSpPr>
        <p:grpSpPr>
          <a:xfrm>
            <a:off x="9598860" y="6092575"/>
            <a:ext cx="2592337" cy="540000"/>
            <a:chOff x="9597610" y="6092575"/>
            <a:chExt cx="2592000" cy="540000"/>
          </a:xfrm>
        </p:grpSpPr>
        <p:sp>
          <p:nvSpPr>
            <p:cNvPr id="12" name="Rechteck 11">
              <a:extLst>
                <a:ext uri="{FF2B5EF4-FFF2-40B4-BE49-F238E27FC236}">
                  <a16:creationId xmlns:a16="http://schemas.microsoft.com/office/drawing/2014/main" id="{E277971D-6070-4B2E-994F-CFD4ABE539B7}"/>
                </a:ext>
              </a:extLst>
            </p:cNvPr>
            <p:cNvSpPr/>
            <p:nvPr userDrawn="1"/>
          </p:nvSpPr>
          <p:spPr>
            <a:xfrm>
              <a:off x="9597610" y="6092575"/>
              <a:ext cx="2592000" cy="5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pic>
          <p:nvPicPr>
            <p:cNvPr id="7" name="Grafik 6">
              <a:extLst>
                <a:ext uri="{FF2B5EF4-FFF2-40B4-BE49-F238E27FC236}">
                  <a16:creationId xmlns:a16="http://schemas.microsoft.com/office/drawing/2014/main" id="{16603E70-F65B-482B-8F9B-7B6AEACE74E9}"/>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732611" y="6228712"/>
              <a:ext cx="808391" cy="292882"/>
            </a:xfrm>
            <a:prstGeom prst="rect">
              <a:avLst/>
            </a:prstGeom>
          </p:spPr>
        </p:pic>
      </p:grpSp>
      <p:sp>
        <p:nvSpPr>
          <p:cNvPr id="22" name="Datumsplatzhalter 5"/>
          <p:cNvSpPr>
            <a:spLocks noGrp="1"/>
          </p:cNvSpPr>
          <p:nvPr userDrawn="1">
            <p:ph type="dt" sz="half" idx="2"/>
          </p:nvPr>
        </p:nvSpPr>
        <p:spPr>
          <a:xfrm>
            <a:off x="685849" y="6516409"/>
            <a:ext cx="468187" cy="175322"/>
          </a:xfrm>
          <a:prstGeom prst="rect">
            <a:avLst/>
          </a:prstGeom>
        </p:spPr>
        <p:txBody>
          <a:bodyPr wrap="none" lIns="0" tIns="0" rIns="0" bIns="0"/>
          <a:lstStyle>
            <a:lvl1pPr>
              <a:defRPr sz="900"/>
            </a:lvl1pPr>
          </a:lstStyle>
          <a:p>
            <a:fld id="{5B4B880C-AEBC-4EA7-A5A3-EFF807710D4A}" type="datetime1">
              <a:rPr lang="de-DE" smtClean="0"/>
              <a:t>07.10.2026</a:t>
            </a:fld>
            <a:endParaRPr lang="de-DE"/>
          </a:p>
        </p:txBody>
      </p:sp>
      <p:sp>
        <p:nvSpPr>
          <p:cNvPr id="23" name="Fußzeilenplatzhalter 6"/>
          <p:cNvSpPr>
            <a:spLocks noGrp="1"/>
          </p:cNvSpPr>
          <p:nvPr userDrawn="1">
            <p:ph type="ftr" sz="quarter" idx="3"/>
          </p:nvPr>
        </p:nvSpPr>
        <p:spPr>
          <a:xfrm>
            <a:off x="1368179" y="6516111"/>
            <a:ext cx="3364707" cy="167933"/>
          </a:xfrm>
          <a:prstGeom prst="rect">
            <a:avLst/>
          </a:prstGeom>
        </p:spPr>
        <p:txBody>
          <a:bodyPr lIns="0" tIns="0" rIns="0" bIns="0"/>
          <a:lstStyle>
            <a:lvl1pPr>
              <a:defRPr sz="900">
                <a:solidFill>
                  <a:srgbClr val="000000"/>
                </a:solidFill>
              </a:defRPr>
            </a:lvl1pPr>
          </a:lstStyle>
          <a:p>
            <a:r>
              <a:rPr lang="de-DE"/>
              <a:t>| RMM</a:t>
            </a:r>
          </a:p>
        </p:txBody>
      </p:sp>
      <p:sp>
        <p:nvSpPr>
          <p:cNvPr id="24" name="Foliennummernplatzhalter 7"/>
          <p:cNvSpPr>
            <a:spLocks noGrp="1"/>
          </p:cNvSpPr>
          <p:nvPr userDrawn="1">
            <p:ph type="sldNum" sz="quarter" idx="4"/>
          </p:nvPr>
        </p:nvSpPr>
        <p:spPr>
          <a:xfrm>
            <a:off x="227043" y="6514798"/>
            <a:ext cx="384267" cy="151200"/>
          </a:xfrm>
          <a:prstGeom prst="rect">
            <a:avLst/>
          </a:prstGeom>
        </p:spPr>
        <p:txBody>
          <a:bodyPr lIns="0" tIns="0" rIns="0" bIns="0"/>
          <a:lstStyle>
            <a:lvl1pPr>
              <a:defRPr sz="900" b="1"/>
            </a:lvl1pPr>
          </a:lstStyle>
          <a:p>
            <a:fld id="{82EA1D04-CA53-4DE3-84A8-2B63E41036C9}" type="slidenum">
              <a:rPr lang="de-DE" smtClean="0"/>
              <a:pPr/>
              <a:t>‹#›</a:t>
            </a:fld>
            <a:endParaRPr lang="de-DE"/>
          </a:p>
        </p:txBody>
      </p:sp>
      <p:sp>
        <p:nvSpPr>
          <p:cNvPr id="5" name="Titelplatzhalter 4">
            <a:extLst>
              <a:ext uri="{FF2B5EF4-FFF2-40B4-BE49-F238E27FC236}">
                <a16:creationId xmlns:a16="http://schemas.microsoft.com/office/drawing/2014/main" id="{37FE3EDC-0827-4CF8-B2E7-B826A23D8F0B}"/>
              </a:ext>
            </a:extLst>
          </p:cNvPr>
          <p:cNvSpPr>
            <a:spLocks noGrp="1"/>
          </p:cNvSpPr>
          <p:nvPr userDrawn="1">
            <p:ph type="title"/>
          </p:nvPr>
        </p:nvSpPr>
        <p:spPr>
          <a:xfrm>
            <a:off x="218334" y="430442"/>
            <a:ext cx="11737914" cy="853200"/>
          </a:xfrm>
          <a:prstGeom prst="rect">
            <a:avLst/>
          </a:prstGeom>
        </p:spPr>
        <p:txBody>
          <a:bodyPr vert="horz" lIns="0" tIns="0" rIns="0" bIns="0" rtlCol="0" anchor="t" anchorCtr="0">
            <a:noAutofit/>
          </a:bodyPr>
          <a:lstStyle/>
          <a:p>
            <a:r>
              <a:rPr lang="de-DE"/>
              <a:t>Titelmasterformat durch Klicken bearbeiten</a:t>
            </a:r>
          </a:p>
        </p:txBody>
      </p:sp>
      <p:sp>
        <p:nvSpPr>
          <p:cNvPr id="2" name="Textfeld 1">
            <a:extLst>
              <a:ext uri="{FF2B5EF4-FFF2-40B4-BE49-F238E27FC236}">
                <a16:creationId xmlns:a16="http://schemas.microsoft.com/office/drawing/2014/main" id="{71949EE9-BA46-4479-914B-3ECC6A2A8BA4}"/>
              </a:ext>
            </a:extLst>
          </p:cNvPr>
          <p:cNvSpPr txBox="1"/>
          <p:nvPr userDrawn="1"/>
        </p:nvSpPr>
        <p:spPr>
          <a:xfrm>
            <a:off x="5987785" y="6451321"/>
            <a:ext cx="216434" cy="184666"/>
          </a:xfrm>
          <a:prstGeom prst="rect">
            <a:avLst/>
          </a:prstGeom>
          <a:noFill/>
        </p:spPr>
        <p:txBody>
          <a:bodyPr wrap="none" lIns="0" tIns="0" rIns="0" bIns="0" rtlCol="0">
            <a:spAutoFit/>
          </a:bodyPr>
          <a:lstStyle/>
          <a:p>
            <a:pPr algn="ctr">
              <a:spcBef>
                <a:spcPts val="110"/>
              </a:spcBef>
              <a:spcAft>
                <a:spcPts val="110"/>
              </a:spcAft>
            </a:pPr>
            <a:r>
              <a:rPr lang="de-DE" sz="1200">
                <a:solidFill>
                  <a:srgbClr val="C50022"/>
                </a:solidFill>
              </a:rPr>
              <a:t>     </a:t>
            </a:r>
            <a:endParaRPr lang="de-DE" sz="1800">
              <a:solidFill>
                <a:srgbClr val="C50022"/>
              </a:solidFill>
            </a:endParaRPr>
          </a:p>
        </p:txBody>
      </p:sp>
      <p:sp>
        <p:nvSpPr>
          <p:cNvPr id="6" name="Textfeld 5">
            <a:extLst>
              <a:ext uri="{FF2B5EF4-FFF2-40B4-BE49-F238E27FC236}">
                <a16:creationId xmlns:a16="http://schemas.microsoft.com/office/drawing/2014/main" id="{3EC64EB5-3739-41D1-9D4C-C15F12AC1533}"/>
              </a:ext>
            </a:extLst>
          </p:cNvPr>
          <p:cNvSpPr txBox="1"/>
          <p:nvPr userDrawn="1"/>
        </p:nvSpPr>
        <p:spPr>
          <a:xfrm>
            <a:off x="4178401" y="6858001"/>
            <a:ext cx="3835203" cy="646331"/>
          </a:xfrm>
          <a:prstGeom prst="rect">
            <a:avLst/>
          </a:prstGeom>
          <a:noFill/>
        </p:spPr>
        <p:txBody>
          <a:bodyPr wrap="none" rtlCol="0">
            <a:spAutoFit/>
          </a:bodyPr>
          <a:lstStyle/>
          <a:p>
            <a:pPr algn="ctr"/>
            <a:r>
              <a:rPr lang="de-DE" sz="1200">
                <a:solidFill>
                  <a:srgbClr val="C50022"/>
                </a:solidFill>
                <a:sym typeface="Wingdings" panose="05000000000000000000" pitchFamily="2" charset="2"/>
              </a:rPr>
              <a:t></a:t>
            </a:r>
            <a:endParaRPr lang="de-DE" sz="1200">
              <a:solidFill>
                <a:srgbClr val="C50022"/>
              </a:solidFill>
            </a:endParaRPr>
          </a:p>
          <a:p>
            <a:pPr algn="ctr"/>
            <a:r>
              <a:rPr lang="de-DE" sz="1200">
                <a:solidFill>
                  <a:srgbClr val="C50022"/>
                </a:solidFill>
              </a:rPr>
              <a:t>Zur Angabe der Klassifizierung (VERTRAULICH etc.) </a:t>
            </a:r>
            <a:br>
              <a:rPr lang="de-DE" sz="1200">
                <a:solidFill>
                  <a:srgbClr val="C50022"/>
                </a:solidFill>
              </a:rPr>
            </a:br>
            <a:r>
              <a:rPr lang="de-DE" sz="1200">
                <a:solidFill>
                  <a:srgbClr val="C50022"/>
                </a:solidFill>
              </a:rPr>
              <a:t>bitte dieses Textfeld im Folienmaster verwenden</a:t>
            </a:r>
          </a:p>
        </p:txBody>
      </p:sp>
      <p:sp>
        <p:nvSpPr>
          <p:cNvPr id="13" name="Textplatzhalter 2">
            <a:extLst>
              <a:ext uri="{FF2B5EF4-FFF2-40B4-BE49-F238E27FC236}">
                <a16:creationId xmlns:a16="http://schemas.microsoft.com/office/drawing/2014/main" id="{D9B5EBCF-8366-423F-A189-061C72AD55C3}"/>
              </a:ext>
            </a:extLst>
          </p:cNvPr>
          <p:cNvSpPr>
            <a:spLocks noGrp="1"/>
          </p:cNvSpPr>
          <p:nvPr>
            <p:ph type="body" idx="1"/>
          </p:nvPr>
        </p:nvSpPr>
        <p:spPr>
          <a:xfrm>
            <a:off x="211068" y="1964564"/>
            <a:ext cx="11753889" cy="3905999"/>
          </a:xfrm>
          <a:prstGeom prst="rect">
            <a:avLst/>
          </a:prstGeom>
        </p:spPr>
        <p:txBody>
          <a:bodyPr vert="horz" lIns="0" tIns="0" rIns="0" bIns="0" rtlCol="0">
            <a:noAutofit/>
          </a:bodyPr>
          <a:lstStyle/>
          <a:p>
            <a:pPr lvl="0"/>
            <a:r>
              <a:rPr lang="de-DE"/>
              <a:t>Formatvorlagen des Textmasters bearbeiten</a:t>
            </a:r>
          </a:p>
          <a:p>
            <a:pPr lvl="1"/>
            <a:r>
              <a:rPr lang="de-DE"/>
              <a:t>Zweite Ebene</a:t>
            </a:r>
          </a:p>
          <a:p>
            <a:pPr lvl="2"/>
            <a:r>
              <a:rPr lang="de-DE"/>
              <a:t>Dritte Ebene</a:t>
            </a:r>
          </a:p>
          <a:p>
            <a:pPr lvl="3"/>
            <a:r>
              <a:rPr lang="de-DE"/>
              <a:t>Vierte Ebene</a:t>
            </a:r>
          </a:p>
        </p:txBody>
      </p:sp>
      <p:sp>
        <p:nvSpPr>
          <p:cNvPr id="10" name="MSIPCMContentMarking" descr="{&quot;HashCode&quot;:2082987499,&quot;Placement&quot;:&quot;Footer&quot;,&quot;Top&quot;:520.3781,&quot;Left&quot;:452.558044,&quot;SlideWidth&quot;:960,&quot;SlideHeight&quot;:540}">
            <a:extLst>
              <a:ext uri="{FF2B5EF4-FFF2-40B4-BE49-F238E27FC236}">
                <a16:creationId xmlns:a16="http://schemas.microsoft.com/office/drawing/2014/main" id="{B0D4E7D2-F319-46F7-9FE4-41D8398CAEBA}"/>
              </a:ext>
            </a:extLst>
          </p:cNvPr>
          <p:cNvSpPr txBox="1"/>
          <p:nvPr userDrawn="1"/>
        </p:nvSpPr>
        <p:spPr>
          <a:xfrm>
            <a:off x="5747487" y="6608802"/>
            <a:ext cx="697026" cy="249198"/>
          </a:xfrm>
          <a:prstGeom prst="rect">
            <a:avLst/>
          </a:prstGeom>
          <a:noFill/>
        </p:spPr>
        <p:txBody>
          <a:bodyPr vert="horz" wrap="square" lIns="0" tIns="0" rIns="0" bIns="0" rtlCol="0" anchor="ctr" anchorCtr="1">
            <a:spAutoFit/>
          </a:bodyPr>
          <a:lstStyle/>
          <a:p>
            <a:pPr algn="ctr">
              <a:spcBef>
                <a:spcPts val="0"/>
              </a:spcBef>
              <a:spcAft>
                <a:spcPts val="0"/>
              </a:spcAft>
            </a:pPr>
            <a:r>
              <a:rPr lang="en-US" altLang="zh-CN" sz="1000">
                <a:solidFill>
                  <a:srgbClr val="000000"/>
                </a:solidFill>
                <a:latin typeface="Arial" panose="020B0604020202020204" pitchFamily="34" charset="0"/>
              </a:rPr>
              <a:t>Internal</a:t>
            </a:r>
            <a:endParaRPr lang="zh-CN" altLang="en-US" sz="1000">
              <a:solidFill>
                <a:srgbClr val="000000"/>
              </a:solidFill>
              <a:latin typeface="Arial" panose="020B0604020202020204" pitchFamily="34" charset="0"/>
            </a:endParaRPr>
          </a:p>
        </p:txBody>
      </p:sp>
    </p:spTree>
    <p:extLst>
      <p:ext uri="{BB962C8B-B14F-4D97-AF65-F5344CB8AC3E}">
        <p14:creationId xmlns:p14="http://schemas.microsoft.com/office/powerpoint/2010/main" val="1790978761"/>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71" r:id="rId3"/>
    <p:sldLayoutId id="2147483788" r:id="rId4"/>
    <p:sldLayoutId id="2147483731" r:id="rId5"/>
    <p:sldLayoutId id="2147483789" r:id="rId6"/>
  </p:sldLayoutIdLst>
  <mc:AlternateContent xmlns:mc="http://schemas.openxmlformats.org/markup-compatibility/2006" xmlns:p14="http://schemas.microsoft.com/office/powerpoint/2010/main">
    <mc:Choice Requires="p14">
      <p:transition spd="slow" p14:dur="3000">
        <p:wipe/>
      </p:transition>
    </mc:Choice>
    <mc:Fallback xmlns="">
      <p:transition spd="slow">
        <p:wipe/>
      </p:transition>
    </mc:Fallback>
  </mc:AlternateContent>
  <p:hf sldNum="0" hdr="0" ftr="0" dt="0"/>
  <p:txStyles>
    <p:titleStyle>
      <a:lvl1pPr algn="l" defTabSz="914400" rtl="0" eaLnBrk="1" latinLnBrk="0" hangingPunct="1">
        <a:lnSpc>
          <a:spcPct val="100000"/>
        </a:lnSpc>
        <a:spcBef>
          <a:spcPts val="0"/>
        </a:spcBef>
        <a:spcAft>
          <a:spcPts val="0"/>
        </a:spcAft>
        <a:buNone/>
        <a:defRPr sz="2800" b="1" i="0" kern="1200">
          <a:solidFill>
            <a:schemeClr val="accent1"/>
          </a:solidFill>
          <a:latin typeface="Arial"/>
          <a:ea typeface="+mj-ea"/>
          <a:cs typeface="+mj-cs"/>
        </a:defRPr>
      </a:lvl1pPr>
    </p:titleStyle>
    <p:bodyStyle>
      <a:lvl1pPr marL="342900" indent="-342900" algn="l" defTabSz="914400" rtl="0" eaLnBrk="1" latinLnBrk="0" hangingPunct="1">
        <a:lnSpc>
          <a:spcPct val="110000"/>
        </a:lnSpc>
        <a:spcBef>
          <a:spcPts val="0"/>
        </a:spcBef>
        <a:spcAft>
          <a:spcPts val="0"/>
        </a:spcAft>
        <a:buClr>
          <a:schemeClr val="accent1"/>
        </a:buClr>
        <a:buFont typeface="Wingdings" panose="05000000000000000000" pitchFamily="2" charset="2"/>
        <a:buChar char="n"/>
        <a:defRPr lang="de-DE" sz="2000" b="0" i="0" kern="1200" smtClean="0">
          <a:solidFill>
            <a:schemeClr val="tx1"/>
          </a:solidFill>
          <a:latin typeface="Arial"/>
          <a:ea typeface="+mn-ea"/>
          <a:cs typeface="+mn-cs"/>
        </a:defRPr>
      </a:lvl1pPr>
      <a:lvl2pPr marL="717550" indent="-360363" algn="l" defTabSz="914400" rtl="0" eaLnBrk="1" latinLnBrk="0" hangingPunct="1">
        <a:lnSpc>
          <a:spcPct val="110000"/>
        </a:lnSpc>
        <a:spcBef>
          <a:spcPts val="600"/>
        </a:spcBef>
        <a:spcAft>
          <a:spcPts val="0"/>
        </a:spcAft>
        <a:buClr>
          <a:schemeClr val="accent1"/>
        </a:buClr>
        <a:buFont typeface="Wingdings 3" panose="05040102010807070707" pitchFamily="18" charset="2"/>
        <a:buChar char=""/>
        <a:defRPr lang="de-DE" sz="2000" b="0" i="0" kern="1200" smtClean="0">
          <a:solidFill>
            <a:schemeClr val="tx1"/>
          </a:solidFill>
          <a:latin typeface="Arial"/>
          <a:ea typeface="+mn-ea"/>
          <a:cs typeface="+mn-cs"/>
        </a:defRPr>
      </a:lvl2pPr>
      <a:lvl3pPr marL="1077913" indent="-360363" algn="l" defTabSz="914400" rtl="0" eaLnBrk="1" latinLnBrk="0" hangingPunct="1">
        <a:lnSpc>
          <a:spcPct val="110000"/>
        </a:lnSpc>
        <a:spcBef>
          <a:spcPts val="300"/>
        </a:spcBef>
        <a:spcAft>
          <a:spcPts val="0"/>
        </a:spcAft>
        <a:buClr>
          <a:schemeClr val="accent1"/>
        </a:buClr>
        <a:buFont typeface="Arial" panose="020B0604020202020204" pitchFamily="34" charset="0"/>
        <a:buChar char="●"/>
        <a:tabLst/>
        <a:defRPr lang="de-DE" sz="2000" b="0" i="0" kern="1200" smtClean="0">
          <a:solidFill>
            <a:schemeClr val="tx1"/>
          </a:solidFill>
          <a:latin typeface="Arial"/>
          <a:ea typeface="+mn-ea"/>
          <a:cs typeface="+mn-cs"/>
        </a:defRPr>
      </a:lvl3pPr>
      <a:lvl4pPr marL="1436688" indent="-358775" algn="l" defTabSz="914400" rtl="0" eaLnBrk="1" latinLnBrk="0" hangingPunct="1">
        <a:lnSpc>
          <a:spcPct val="110000"/>
        </a:lnSpc>
        <a:spcBef>
          <a:spcPts val="0"/>
        </a:spcBef>
        <a:spcAft>
          <a:spcPts val="0"/>
        </a:spcAft>
        <a:buClr>
          <a:schemeClr val="accent1"/>
        </a:buClr>
        <a:buFont typeface="Arial" panose="020B0604020202020204" pitchFamily="34" charset="0"/>
        <a:buChar char="−"/>
        <a:defRPr lang="de-DE" sz="2000" b="0" i="0" kern="1200" smtClean="0">
          <a:solidFill>
            <a:schemeClr val="tx1"/>
          </a:solidFill>
          <a:latin typeface="Arial"/>
          <a:ea typeface="+mn-ea"/>
          <a:cs typeface="+mn-cs"/>
        </a:defRPr>
      </a:lvl4pPr>
      <a:lvl5pPr marL="2057400" indent="-228600" algn="l" defTabSz="914400" rtl="0" eaLnBrk="1" latinLnBrk="0" hangingPunct="1">
        <a:lnSpc>
          <a:spcPct val="95000"/>
        </a:lnSpc>
        <a:spcBef>
          <a:spcPts val="0"/>
        </a:spcBef>
        <a:spcAft>
          <a:spcPct val="50000"/>
        </a:spcAft>
        <a:buClr>
          <a:schemeClr val="tx1"/>
        </a:buClr>
        <a:buFontTx/>
        <a:buChar char="–"/>
        <a:defRPr lang="de-DE" sz="2000" b="0" i="0" kern="1200" dirty="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42">
          <p15:clr>
            <a:srgbClr val="F26B43"/>
          </p15:clr>
        </p15:guide>
        <p15:guide id="4" pos="143">
          <p15:clr>
            <a:srgbClr val="F26B43"/>
          </p15:clr>
        </p15:guide>
        <p15:guide id="5" pos="7536">
          <p15:clr>
            <a:srgbClr val="F26B43"/>
          </p15:clr>
        </p15:guide>
        <p15:guide id="10" orient="horz" pos="1275">
          <p15:clr>
            <a:srgbClr val="F26B43"/>
          </p15:clr>
        </p15:guide>
        <p15:guide id="11" orient="horz" pos="417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6"/>
            </p:custDataLst>
            <p:extLst>
              <p:ext uri="{D42A27DB-BD31-4B8C-83A1-F6EECF244321}">
                <p14:modId xmlns:p14="http://schemas.microsoft.com/office/powerpoint/2010/main" val="3214413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8" imgW="5080" imgH="5080" progId="TCLayout.ActiveDocument.1">
                  <p:embed/>
                </p:oleObj>
              </mc:Choice>
              <mc:Fallback>
                <p:oleObj name="think-cellスライド" r:id="rId8" imgW="5080" imgH="5080" progId="TCLayout.ActiveDocument.1">
                  <p:embed/>
                  <p:pic>
                    <p:nvPicPr>
                      <p:cNvPr id="9" name="Object 8" hidden="1"/>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7"/>
            </p:custDataLst>
          </p:nvPr>
        </p:nvSpPr>
        <p:spPr>
          <a:xfrm>
            <a:off x="0" y="0"/>
            <a:ext cx="158771"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de-DE" sz="2800" b="1" i="0" baseline="0">
              <a:latin typeface="Arial" panose="020B0604020202020204" pitchFamily="34" charset="0"/>
              <a:ea typeface="+mj-ea"/>
              <a:cs typeface="+mj-cs"/>
              <a:sym typeface="Arial" panose="020B0604020202020204" pitchFamily="34" charset="0"/>
            </a:endParaRPr>
          </a:p>
        </p:txBody>
      </p:sp>
      <p:grpSp>
        <p:nvGrpSpPr>
          <p:cNvPr id="8" name="Gruppieren 7"/>
          <p:cNvGrpSpPr/>
          <p:nvPr userDrawn="1"/>
        </p:nvGrpSpPr>
        <p:grpSpPr>
          <a:xfrm>
            <a:off x="9598860" y="6092575"/>
            <a:ext cx="2592337" cy="540000"/>
            <a:chOff x="9597610" y="6092575"/>
            <a:chExt cx="2592000" cy="540000"/>
          </a:xfrm>
        </p:grpSpPr>
        <p:sp>
          <p:nvSpPr>
            <p:cNvPr id="12" name="Rechteck 11"/>
            <p:cNvSpPr/>
            <p:nvPr userDrawn="1"/>
          </p:nvSpPr>
          <p:spPr>
            <a:xfrm>
              <a:off x="9597610" y="6092575"/>
              <a:ext cx="2592000" cy="5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pic>
          <p:nvPicPr>
            <p:cNvPr id="7" name="Grafik 6"/>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9732611" y="6228712"/>
              <a:ext cx="808391" cy="292882"/>
            </a:xfrm>
            <a:prstGeom prst="rect">
              <a:avLst/>
            </a:prstGeom>
          </p:spPr>
        </p:pic>
      </p:grpSp>
      <p:sp>
        <p:nvSpPr>
          <p:cNvPr id="22" name="Datumsplatzhalter 5"/>
          <p:cNvSpPr>
            <a:spLocks noGrp="1"/>
          </p:cNvSpPr>
          <p:nvPr userDrawn="1">
            <p:ph type="dt" sz="half" idx="2"/>
          </p:nvPr>
        </p:nvSpPr>
        <p:spPr>
          <a:xfrm>
            <a:off x="685849" y="6516409"/>
            <a:ext cx="468187" cy="175322"/>
          </a:xfrm>
          <a:prstGeom prst="rect">
            <a:avLst/>
          </a:prstGeom>
        </p:spPr>
        <p:txBody>
          <a:bodyPr wrap="none" lIns="0" tIns="0" rIns="0" bIns="0"/>
          <a:lstStyle>
            <a:lvl1pPr>
              <a:defRPr sz="900"/>
            </a:lvl1pPr>
          </a:lstStyle>
          <a:p>
            <a:fld id="{75A7CE7A-BF8F-4F95-B92A-9A1C4B7CA323}" type="datetime1">
              <a:rPr lang="de-DE" smtClean="0"/>
              <a:t>07.10.2026</a:t>
            </a:fld>
            <a:endParaRPr lang="de-DE"/>
          </a:p>
        </p:txBody>
      </p:sp>
      <p:sp>
        <p:nvSpPr>
          <p:cNvPr id="23" name="Fußzeilenplatzhalter 6"/>
          <p:cNvSpPr>
            <a:spLocks noGrp="1"/>
          </p:cNvSpPr>
          <p:nvPr userDrawn="1">
            <p:ph type="ftr" sz="quarter" idx="3"/>
          </p:nvPr>
        </p:nvSpPr>
        <p:spPr>
          <a:xfrm>
            <a:off x="1368179" y="6516111"/>
            <a:ext cx="3364707" cy="167933"/>
          </a:xfrm>
          <a:prstGeom prst="rect">
            <a:avLst/>
          </a:prstGeom>
        </p:spPr>
        <p:txBody>
          <a:bodyPr lIns="0" tIns="0" rIns="0" bIns="0"/>
          <a:lstStyle>
            <a:lvl1pPr>
              <a:defRPr sz="900">
                <a:solidFill>
                  <a:srgbClr val="000000"/>
                </a:solidFill>
              </a:defRPr>
            </a:lvl1pPr>
          </a:lstStyle>
          <a:p>
            <a:r>
              <a:rPr lang="de-DE"/>
              <a:t>|  Optionale Zusatzinformationen</a:t>
            </a:r>
          </a:p>
        </p:txBody>
      </p:sp>
      <p:sp>
        <p:nvSpPr>
          <p:cNvPr id="24" name="Foliennummernplatzhalter 7"/>
          <p:cNvSpPr>
            <a:spLocks noGrp="1"/>
          </p:cNvSpPr>
          <p:nvPr userDrawn="1">
            <p:ph type="sldNum" sz="quarter" idx="4"/>
          </p:nvPr>
        </p:nvSpPr>
        <p:spPr>
          <a:xfrm>
            <a:off x="227043" y="6514798"/>
            <a:ext cx="384267" cy="151200"/>
          </a:xfrm>
          <a:prstGeom prst="rect">
            <a:avLst/>
          </a:prstGeom>
        </p:spPr>
        <p:txBody>
          <a:bodyPr lIns="0" tIns="0" rIns="0" bIns="0"/>
          <a:lstStyle>
            <a:lvl1pPr>
              <a:defRPr sz="900" b="1"/>
            </a:lvl1pPr>
          </a:lstStyle>
          <a:p>
            <a:fld id="{82EA1D04-CA53-4DE3-84A8-2B63E41036C9}" type="slidenum">
              <a:rPr lang="de-DE" smtClean="0"/>
              <a:t>‹#›</a:t>
            </a:fld>
            <a:endParaRPr lang="de-DE"/>
          </a:p>
        </p:txBody>
      </p:sp>
      <p:sp>
        <p:nvSpPr>
          <p:cNvPr id="5" name="Titelplatzhalter 4"/>
          <p:cNvSpPr>
            <a:spLocks noGrp="1"/>
          </p:cNvSpPr>
          <p:nvPr userDrawn="1">
            <p:ph type="title"/>
          </p:nvPr>
        </p:nvSpPr>
        <p:spPr>
          <a:xfrm>
            <a:off x="218334" y="430442"/>
            <a:ext cx="11737914" cy="853200"/>
          </a:xfrm>
          <a:prstGeom prst="rect">
            <a:avLst/>
          </a:prstGeom>
        </p:spPr>
        <p:txBody>
          <a:bodyPr vert="horz" lIns="0" tIns="0" rIns="0" bIns="0" rtlCol="0" anchor="t" anchorCtr="0">
            <a:noAutofit/>
          </a:bodyPr>
          <a:lstStyle/>
          <a:p>
            <a:r>
              <a:rPr lang="de-DE"/>
              <a:t>Titelmasterformat durch Klicken bearbeiten</a:t>
            </a:r>
          </a:p>
        </p:txBody>
      </p:sp>
      <p:sp>
        <p:nvSpPr>
          <p:cNvPr id="2" name="Textfeld 1"/>
          <p:cNvSpPr txBox="1"/>
          <p:nvPr userDrawn="1"/>
        </p:nvSpPr>
        <p:spPr>
          <a:xfrm>
            <a:off x="5987785" y="6451321"/>
            <a:ext cx="216434" cy="184666"/>
          </a:xfrm>
          <a:prstGeom prst="rect">
            <a:avLst/>
          </a:prstGeom>
          <a:noFill/>
        </p:spPr>
        <p:txBody>
          <a:bodyPr wrap="none" lIns="0" tIns="0" rIns="0" bIns="0" rtlCol="0">
            <a:spAutoFit/>
          </a:bodyPr>
          <a:lstStyle/>
          <a:p>
            <a:pPr algn="ctr">
              <a:spcBef>
                <a:spcPts val="110"/>
              </a:spcBef>
              <a:spcAft>
                <a:spcPts val="110"/>
              </a:spcAft>
            </a:pPr>
            <a:r>
              <a:rPr lang="de-DE" sz="1200">
                <a:solidFill>
                  <a:srgbClr val="C50022"/>
                </a:solidFill>
              </a:rPr>
              <a:t>     </a:t>
            </a:r>
            <a:endParaRPr lang="de-DE" sz="1800">
              <a:solidFill>
                <a:srgbClr val="C50022"/>
              </a:solidFill>
            </a:endParaRPr>
          </a:p>
        </p:txBody>
      </p:sp>
      <p:sp>
        <p:nvSpPr>
          <p:cNvPr id="6" name="Textfeld 5"/>
          <p:cNvSpPr txBox="1"/>
          <p:nvPr userDrawn="1"/>
        </p:nvSpPr>
        <p:spPr>
          <a:xfrm>
            <a:off x="4178401" y="6858001"/>
            <a:ext cx="3835203" cy="646331"/>
          </a:xfrm>
          <a:prstGeom prst="rect">
            <a:avLst/>
          </a:prstGeom>
          <a:noFill/>
        </p:spPr>
        <p:txBody>
          <a:bodyPr wrap="none" rtlCol="0">
            <a:spAutoFit/>
          </a:bodyPr>
          <a:lstStyle/>
          <a:p>
            <a:pPr algn="ctr"/>
            <a:r>
              <a:rPr lang="de-DE" sz="1200">
                <a:solidFill>
                  <a:srgbClr val="C50022"/>
                </a:solidFill>
                <a:sym typeface="Wingdings" panose="05000000000000000000" pitchFamily="2" charset="2"/>
              </a:rPr>
              <a:t></a:t>
            </a:r>
            <a:endParaRPr lang="de-DE" sz="1200">
              <a:solidFill>
                <a:srgbClr val="C50022"/>
              </a:solidFill>
            </a:endParaRPr>
          </a:p>
          <a:p>
            <a:pPr algn="ctr"/>
            <a:r>
              <a:rPr lang="de-DE" sz="1200">
                <a:solidFill>
                  <a:srgbClr val="C50022"/>
                </a:solidFill>
              </a:rPr>
              <a:t>Zur Angabe der Klassifizierung (VERTRAULICH etc.) </a:t>
            </a:r>
            <a:br>
              <a:rPr lang="de-DE" sz="1200">
                <a:solidFill>
                  <a:srgbClr val="C50022"/>
                </a:solidFill>
              </a:rPr>
            </a:br>
            <a:r>
              <a:rPr lang="de-DE" sz="1200">
                <a:solidFill>
                  <a:srgbClr val="C50022"/>
                </a:solidFill>
              </a:rPr>
              <a:t>bitte dieses Textfeld im Folienmaster verwenden</a:t>
            </a:r>
          </a:p>
        </p:txBody>
      </p:sp>
      <p:sp>
        <p:nvSpPr>
          <p:cNvPr id="13" name="Textplatzhalter 2"/>
          <p:cNvSpPr>
            <a:spLocks noGrp="1"/>
          </p:cNvSpPr>
          <p:nvPr>
            <p:ph type="body" idx="1"/>
          </p:nvPr>
        </p:nvSpPr>
        <p:spPr>
          <a:xfrm>
            <a:off x="211068" y="1964564"/>
            <a:ext cx="11753889" cy="3905999"/>
          </a:xfrm>
          <a:prstGeom prst="rect">
            <a:avLst/>
          </a:prstGeom>
        </p:spPr>
        <p:txBody>
          <a:bodyPr vert="horz" lIns="0" tIns="0" rIns="0" bIns="0" rtlCol="0">
            <a:noAutofit/>
          </a:bodyPr>
          <a:lstStyle/>
          <a:p>
            <a:pPr lvl="0"/>
            <a:r>
              <a:rPr lang="de-DE"/>
              <a:t>Formatvorlagen des Textmasters bearbeiten</a:t>
            </a:r>
          </a:p>
          <a:p>
            <a:pPr lvl="1"/>
            <a:r>
              <a:rPr lang="de-DE"/>
              <a:t>Zweite Ebene</a:t>
            </a:r>
          </a:p>
          <a:p>
            <a:pPr lvl="2"/>
            <a:r>
              <a:rPr lang="de-DE"/>
              <a:t>Dritte Ebene</a:t>
            </a:r>
          </a:p>
          <a:p>
            <a:pPr lvl="3"/>
            <a:r>
              <a:rPr lang="de-DE"/>
              <a:t>Vierte Ebene</a:t>
            </a:r>
          </a:p>
        </p:txBody>
      </p:sp>
      <p:sp>
        <p:nvSpPr>
          <p:cNvPr id="10" name="MSIPCMContentMarking" descr="{&quot;HashCode&quot;:2082987499,&quot;Placement&quot;:&quot;Footer&quot;,&quot;Top&quot;:520.3781,&quot;Left&quot;:452.4955,&quot;SlideWidth&quot;:959,&quot;SlideHeight&quot;:540}"/>
          <p:cNvSpPr txBox="1"/>
          <p:nvPr userDrawn="1"/>
        </p:nvSpPr>
        <p:spPr>
          <a:xfrm>
            <a:off x="5747441" y="6656457"/>
            <a:ext cx="697117" cy="153888"/>
          </a:xfrm>
          <a:prstGeom prst="rect">
            <a:avLst/>
          </a:prstGeom>
          <a:noFill/>
        </p:spPr>
        <p:txBody>
          <a:bodyPr vert="horz" wrap="square" lIns="0" tIns="0" rIns="0" bIns="0" rtlCol="0" anchor="ctr" anchorCtr="1">
            <a:spAutoFit/>
          </a:bodyPr>
          <a:lstStyle/>
          <a:p>
            <a:pPr algn="ctr">
              <a:spcBef>
                <a:spcPts val="0"/>
              </a:spcBef>
              <a:spcAft>
                <a:spcPts val="0"/>
              </a:spcAft>
            </a:pPr>
            <a:r>
              <a:rPr lang="en-MY" sz="1000">
                <a:solidFill>
                  <a:srgbClr val="000000"/>
                </a:solidFill>
                <a:latin typeface="Arial" panose="020B0604020202020204" pitchFamily="34" charset="0"/>
              </a:rPr>
              <a:t>Internal</a:t>
            </a:r>
          </a:p>
        </p:txBody>
      </p:sp>
    </p:spTree>
    <p:extLst>
      <p:ext uri="{BB962C8B-B14F-4D97-AF65-F5344CB8AC3E}">
        <p14:creationId xmlns:p14="http://schemas.microsoft.com/office/powerpoint/2010/main" val="4160945311"/>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8" r:id="rId4"/>
  </p:sldLayoutIdLst>
  <p:hf hdr="0" ftr="0" dt="0"/>
  <p:txStyles>
    <p:titleStyle>
      <a:lvl1pPr algn="l" defTabSz="914400" rtl="0" eaLnBrk="1" latinLnBrk="0" hangingPunct="1">
        <a:lnSpc>
          <a:spcPct val="100000"/>
        </a:lnSpc>
        <a:spcBef>
          <a:spcPts val="0"/>
        </a:spcBef>
        <a:spcAft>
          <a:spcPts val="0"/>
        </a:spcAft>
        <a:buNone/>
        <a:defRPr sz="2800" b="1" i="0" kern="1200">
          <a:solidFill>
            <a:schemeClr val="accent1"/>
          </a:solidFill>
          <a:latin typeface="Arial" panose="020B0604020202020204"/>
          <a:ea typeface="+mj-ea"/>
          <a:cs typeface="+mj-cs"/>
        </a:defRPr>
      </a:lvl1pPr>
    </p:titleStyle>
    <p:bodyStyle>
      <a:lvl1pPr marL="342900" marR="0" indent="-342900" algn="l" defTabSz="914400" rtl="0" eaLnBrk="1" fontAlgn="base" latinLnBrk="0" hangingPunct="1">
        <a:lnSpc>
          <a:spcPct val="110000"/>
        </a:lnSpc>
        <a:spcBef>
          <a:spcPts val="0"/>
        </a:spcBef>
        <a:spcAft>
          <a:spcPct val="0"/>
        </a:spcAft>
        <a:buClr>
          <a:schemeClr val="accent1"/>
        </a:buClr>
        <a:buSzTx/>
        <a:buFont typeface="Wingdings" panose="05000000000000000000" pitchFamily="2" charset="2"/>
        <a:buChar char="n"/>
        <a:defRPr lang="de-DE" sz="2000" b="0" i="0" kern="1200" smtClean="0">
          <a:solidFill>
            <a:schemeClr val="tx1"/>
          </a:solidFill>
          <a:latin typeface="Arial" panose="020B0604020202020204"/>
          <a:ea typeface="+mn-ea"/>
          <a:cs typeface="+mn-cs"/>
        </a:defRPr>
      </a:lvl1pPr>
      <a:lvl2pPr marL="716280" marR="0" indent="-358775" algn="l" defTabSz="914400" rtl="0" eaLnBrk="1" fontAlgn="base" latinLnBrk="0" hangingPunct="1">
        <a:lnSpc>
          <a:spcPct val="110000"/>
        </a:lnSpc>
        <a:spcBef>
          <a:spcPts val="600"/>
        </a:spcBef>
        <a:spcAft>
          <a:spcPct val="0"/>
        </a:spcAft>
        <a:buClr>
          <a:schemeClr val="accent1"/>
        </a:buClr>
        <a:buSzPct val="90000"/>
        <a:buFont typeface="Wingdings 3" panose="05040102010807070707" pitchFamily="18" charset="2"/>
        <a:buChar char=""/>
        <a:defRPr lang="de-DE" sz="2000" b="0" i="0" kern="1200" smtClean="0">
          <a:solidFill>
            <a:schemeClr val="tx1"/>
          </a:solidFill>
          <a:latin typeface="Arial" panose="020B0604020202020204"/>
          <a:ea typeface="+mn-ea"/>
          <a:cs typeface="+mn-cs"/>
        </a:defRPr>
      </a:lvl2pPr>
      <a:lvl3pPr marL="1081405" marR="0" indent="-365125" algn="l" defTabSz="914400" rtl="0" eaLnBrk="1" fontAlgn="base" latinLnBrk="0" hangingPunct="1">
        <a:lnSpc>
          <a:spcPct val="110000"/>
        </a:lnSpc>
        <a:spcBef>
          <a:spcPts val="300"/>
        </a:spcBef>
        <a:spcAft>
          <a:spcPts val="0"/>
        </a:spcAft>
        <a:buClr>
          <a:schemeClr val="accent1"/>
        </a:buClr>
        <a:buSzPct val="95000"/>
        <a:buFont typeface="Arial" panose="020B0604020202020204" pitchFamily="34" charset="0"/>
        <a:buChar char="●"/>
        <a:defRPr lang="de-DE" sz="2000" b="0" i="0" kern="1200" smtClean="0">
          <a:solidFill>
            <a:schemeClr val="tx1"/>
          </a:solidFill>
          <a:latin typeface="Arial" panose="020B0604020202020204"/>
          <a:ea typeface="+mn-ea"/>
          <a:cs typeface="+mn-cs"/>
        </a:defRPr>
      </a:lvl3pPr>
      <a:lvl4pPr marL="1433830" marR="0" indent="-358775" algn="l" defTabSz="914400" rtl="0" eaLnBrk="1" fontAlgn="base" latinLnBrk="0" hangingPunct="1">
        <a:lnSpc>
          <a:spcPct val="110000"/>
        </a:lnSpc>
        <a:spcBef>
          <a:spcPct val="0"/>
        </a:spcBef>
        <a:spcAft>
          <a:spcPct val="0"/>
        </a:spcAft>
        <a:buClr>
          <a:schemeClr val="accent1"/>
        </a:buClr>
        <a:buSzTx/>
        <a:buFont typeface="Arial" panose="020B0604020202020204" pitchFamily="34" charset="0"/>
        <a:buChar char="−"/>
        <a:defRPr lang="de-DE" sz="2000" b="0" i="0" kern="1200" smtClean="0">
          <a:solidFill>
            <a:schemeClr val="tx1"/>
          </a:solidFill>
          <a:latin typeface="Arial" panose="020B0604020202020204"/>
          <a:ea typeface="+mn-ea"/>
          <a:cs typeface="+mn-cs"/>
        </a:defRPr>
      </a:lvl4pPr>
      <a:lvl5pPr marL="2057400" indent="-228600" algn="l" defTabSz="914400" rtl="0" eaLnBrk="1" latinLnBrk="0" hangingPunct="1">
        <a:lnSpc>
          <a:spcPct val="95000"/>
        </a:lnSpc>
        <a:spcBef>
          <a:spcPts val="0"/>
        </a:spcBef>
        <a:spcAft>
          <a:spcPct val="50000"/>
        </a:spcAft>
        <a:buClr>
          <a:schemeClr val="tx1"/>
        </a:buClr>
        <a:buFontTx/>
        <a:buChar char="–"/>
        <a:defRPr lang="de-DE" sz="2000" b="0" i="0" kern="1200" dirty="0">
          <a:solidFill>
            <a:schemeClr val="tx1"/>
          </a:solidFill>
          <a:latin typeface="Arial" panose="020B0604020202020204"/>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8204196D-C1C8-4929-8B6E-AAF16828F830}"/>
              </a:ext>
            </a:extLst>
          </p:cNvPr>
          <p:cNvGraphicFramePr>
            <a:graphicFrameLocks noChangeAspect="1"/>
          </p:cNvGraphicFramePr>
          <p:nvPr userDrawn="1">
            <p:custDataLst>
              <p:tags r:id="rId3"/>
            </p:custDataLst>
            <p:extLst>
              <p:ext uri="{D42A27DB-BD31-4B8C-83A1-F6EECF244321}">
                <p14:modId xmlns:p14="http://schemas.microsoft.com/office/powerpoint/2010/main" val="20782348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347" imgH="348" progId="TCLayout.ActiveDocument.1">
                  <p:embed/>
                </p:oleObj>
              </mc:Choice>
              <mc:Fallback>
                <p:oleObj name="think-cellスライド" r:id="rId4" imgW="347" imgH="348" progId="TCLayout.ActiveDocument.1">
                  <p:embed/>
                  <p:pic>
                    <p:nvPicPr>
                      <p:cNvPr id="6" name="Object 5" hidden="1">
                        <a:extLst>
                          <a:ext uri="{FF2B5EF4-FFF2-40B4-BE49-F238E27FC236}">
                            <a16:creationId xmlns:a16="http://schemas.microsoft.com/office/drawing/2014/main" id="{8204196D-C1C8-4929-8B6E-AAF16828F83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2" name="Datumsplatzhalter 5"/>
          <p:cNvSpPr>
            <a:spLocks noGrp="1"/>
          </p:cNvSpPr>
          <p:nvPr userDrawn="1">
            <p:ph type="dt" sz="half" idx="2"/>
          </p:nvPr>
        </p:nvSpPr>
        <p:spPr>
          <a:xfrm>
            <a:off x="685849" y="6516409"/>
            <a:ext cx="468187" cy="175322"/>
          </a:xfrm>
          <a:prstGeom prst="rect">
            <a:avLst/>
          </a:prstGeom>
        </p:spPr>
        <p:txBody>
          <a:bodyPr wrap="none" lIns="0" tIns="0" rIns="0" bIns="0"/>
          <a:lstStyle>
            <a:lvl1pPr>
              <a:defRPr sz="900"/>
            </a:lvl1pPr>
          </a:lstStyle>
          <a:p>
            <a:fld id="{CE6A982D-9F88-4CCA-B07C-1061CEB16D93}" type="datetime1">
              <a:rPr lang="de-DE" smtClean="0"/>
              <a:t>07.10.2026</a:t>
            </a:fld>
            <a:endParaRPr lang="de-DE"/>
          </a:p>
        </p:txBody>
      </p:sp>
      <p:sp>
        <p:nvSpPr>
          <p:cNvPr id="24" name="Foliennummernplatzhalter 7"/>
          <p:cNvSpPr>
            <a:spLocks noGrp="1"/>
          </p:cNvSpPr>
          <p:nvPr userDrawn="1">
            <p:ph type="sldNum" sz="quarter" idx="4"/>
          </p:nvPr>
        </p:nvSpPr>
        <p:spPr>
          <a:xfrm>
            <a:off x="227043" y="6514798"/>
            <a:ext cx="384267" cy="151200"/>
          </a:xfrm>
          <a:prstGeom prst="rect">
            <a:avLst/>
          </a:prstGeom>
        </p:spPr>
        <p:txBody>
          <a:bodyPr lIns="0" tIns="0" rIns="0" bIns="0"/>
          <a:lstStyle>
            <a:lvl1pPr>
              <a:defRPr sz="900" b="1"/>
            </a:lvl1pPr>
          </a:lstStyle>
          <a:p>
            <a:fld id="{82EA1D04-CA53-4DE3-84A8-2B63E41036C9}" type="slidenum">
              <a:rPr lang="de-DE" smtClean="0"/>
              <a:pPr/>
              <a:t>‹#›</a:t>
            </a:fld>
            <a:endParaRPr lang="de-DE"/>
          </a:p>
        </p:txBody>
      </p:sp>
      <p:sp>
        <p:nvSpPr>
          <p:cNvPr id="5" name="Titelplatzhalter 4">
            <a:extLst>
              <a:ext uri="{FF2B5EF4-FFF2-40B4-BE49-F238E27FC236}">
                <a16:creationId xmlns:a16="http://schemas.microsoft.com/office/drawing/2014/main" id="{37FE3EDC-0827-4CF8-B2E7-B826A23D8F0B}"/>
              </a:ext>
            </a:extLst>
          </p:cNvPr>
          <p:cNvSpPr>
            <a:spLocks noGrp="1"/>
          </p:cNvSpPr>
          <p:nvPr userDrawn="1">
            <p:ph type="title"/>
          </p:nvPr>
        </p:nvSpPr>
        <p:spPr>
          <a:xfrm>
            <a:off x="218334" y="430442"/>
            <a:ext cx="11737914" cy="853200"/>
          </a:xfrm>
          <a:prstGeom prst="rect">
            <a:avLst/>
          </a:prstGeom>
        </p:spPr>
        <p:txBody>
          <a:bodyPr vert="horz" lIns="0" tIns="0" rIns="0" bIns="0" rtlCol="0" anchor="t" anchorCtr="0">
            <a:noAutofit/>
          </a:bodyPr>
          <a:lstStyle/>
          <a:p>
            <a:r>
              <a:rPr lang="de-DE"/>
              <a:t>Titelmasterformat durch Klicken bearbeiten</a:t>
            </a:r>
          </a:p>
        </p:txBody>
      </p:sp>
      <p:sp>
        <p:nvSpPr>
          <p:cNvPr id="2" name="Textfeld 1">
            <a:extLst>
              <a:ext uri="{FF2B5EF4-FFF2-40B4-BE49-F238E27FC236}">
                <a16:creationId xmlns:a16="http://schemas.microsoft.com/office/drawing/2014/main" id="{71949EE9-BA46-4479-914B-3ECC6A2A8BA4}"/>
              </a:ext>
            </a:extLst>
          </p:cNvPr>
          <p:cNvSpPr txBox="1"/>
          <p:nvPr userDrawn="1"/>
        </p:nvSpPr>
        <p:spPr>
          <a:xfrm>
            <a:off x="5987785" y="6451321"/>
            <a:ext cx="216434" cy="184666"/>
          </a:xfrm>
          <a:prstGeom prst="rect">
            <a:avLst/>
          </a:prstGeom>
          <a:noFill/>
        </p:spPr>
        <p:txBody>
          <a:bodyPr wrap="none" lIns="0" tIns="0" rIns="0" bIns="0" rtlCol="0">
            <a:spAutoFit/>
          </a:bodyPr>
          <a:lstStyle/>
          <a:p>
            <a:pPr algn="ctr">
              <a:spcBef>
                <a:spcPts val="110"/>
              </a:spcBef>
              <a:spcAft>
                <a:spcPts val="110"/>
              </a:spcAft>
            </a:pPr>
            <a:r>
              <a:rPr lang="de-DE" sz="1200">
                <a:solidFill>
                  <a:srgbClr val="C50022"/>
                </a:solidFill>
              </a:rPr>
              <a:t>     </a:t>
            </a:r>
            <a:endParaRPr lang="de-DE" sz="1800">
              <a:solidFill>
                <a:srgbClr val="C50022"/>
              </a:solidFill>
            </a:endParaRPr>
          </a:p>
        </p:txBody>
      </p:sp>
      <p:sp>
        <p:nvSpPr>
          <p:cNvPr id="13" name="Textplatzhalter 2">
            <a:extLst>
              <a:ext uri="{FF2B5EF4-FFF2-40B4-BE49-F238E27FC236}">
                <a16:creationId xmlns:a16="http://schemas.microsoft.com/office/drawing/2014/main" id="{B2ED9C27-3BB2-4F96-9471-64B44D66CCD7}"/>
              </a:ext>
            </a:extLst>
          </p:cNvPr>
          <p:cNvSpPr>
            <a:spLocks noGrp="1"/>
          </p:cNvSpPr>
          <p:nvPr>
            <p:ph type="body" idx="1"/>
          </p:nvPr>
        </p:nvSpPr>
        <p:spPr>
          <a:xfrm>
            <a:off x="211068" y="1964564"/>
            <a:ext cx="11753889" cy="3905999"/>
          </a:xfrm>
          <a:prstGeom prst="rect">
            <a:avLst/>
          </a:prstGeom>
        </p:spPr>
        <p:txBody>
          <a:bodyPr vert="horz" lIns="0" tIns="0" rIns="0" bIns="0" rtlCol="0">
            <a:noAutofit/>
          </a:bodyPr>
          <a:lstStyle/>
          <a:p>
            <a:pPr lvl="0"/>
            <a:r>
              <a:rPr lang="de-DE"/>
              <a:t>Formatvorlagen des Textmasters bearbeiten</a:t>
            </a:r>
          </a:p>
          <a:p>
            <a:pPr lvl="1"/>
            <a:r>
              <a:rPr lang="de-DE"/>
              <a:t>Zweite Ebene</a:t>
            </a:r>
          </a:p>
          <a:p>
            <a:pPr lvl="2"/>
            <a:r>
              <a:rPr lang="de-DE"/>
              <a:t>Dritte Ebene</a:t>
            </a:r>
          </a:p>
          <a:p>
            <a:pPr lvl="3"/>
            <a:r>
              <a:rPr lang="de-DE"/>
              <a:t>Vierte Ebene</a:t>
            </a:r>
          </a:p>
        </p:txBody>
      </p:sp>
      <p:sp>
        <p:nvSpPr>
          <p:cNvPr id="3" name="MSIPCMContentMarking" descr="{&quot;HashCode&quot;:-1038031055,&quot;Placement&quot;:&quot;Footer&quot;,&quot;Top&quot;:520.3781,&quot;Left&quot;:452.4955,&quot;SlideWidth&quot;:959,&quot;SlideHeight&quot;:540}">
            <a:extLst>
              <a:ext uri="{FF2B5EF4-FFF2-40B4-BE49-F238E27FC236}">
                <a16:creationId xmlns:a16="http://schemas.microsoft.com/office/drawing/2014/main" id="{AAB0D92E-636F-480D-B4CE-9320EBE84226}"/>
              </a:ext>
            </a:extLst>
          </p:cNvPr>
          <p:cNvSpPr txBox="1"/>
          <p:nvPr userDrawn="1"/>
        </p:nvSpPr>
        <p:spPr>
          <a:xfrm>
            <a:off x="5747441" y="6656457"/>
            <a:ext cx="697117" cy="153888"/>
          </a:xfrm>
          <a:prstGeom prst="rect">
            <a:avLst/>
          </a:prstGeom>
          <a:noFill/>
        </p:spPr>
        <p:txBody>
          <a:bodyPr vert="horz" wrap="square" lIns="0" tIns="0" rIns="0" bIns="0" rtlCol="0" anchor="ctr" anchorCtr="1">
            <a:spAutoFit/>
          </a:bodyPr>
          <a:lstStyle/>
          <a:p>
            <a:pPr algn="ctr">
              <a:spcBef>
                <a:spcPts val="0"/>
              </a:spcBef>
              <a:spcAft>
                <a:spcPts val="0"/>
              </a:spcAft>
            </a:pPr>
            <a:r>
              <a:rPr lang="en-US" sz="1000">
                <a:solidFill>
                  <a:srgbClr val="000000"/>
                </a:solidFill>
                <a:latin typeface="Arial" panose="020B0604020202020204" pitchFamily="34" charset="0"/>
              </a:rPr>
              <a:t>Internal</a:t>
            </a:r>
          </a:p>
        </p:txBody>
      </p:sp>
    </p:spTree>
    <p:extLst>
      <p:ext uri="{BB962C8B-B14F-4D97-AF65-F5344CB8AC3E}">
        <p14:creationId xmlns:p14="http://schemas.microsoft.com/office/powerpoint/2010/main" val="3235806594"/>
      </p:ext>
    </p:extLst>
  </p:cSld>
  <p:clrMap bg1="lt1" tx1="dk1" bg2="lt2" tx2="dk2" accent1="accent1" accent2="accent2" accent3="accent3" accent4="accent4" accent5="accent5" accent6="accent6" hlink="hlink" folHlink="folHlink"/>
  <p:sldLayoutIdLst>
    <p:sldLayoutId id="2147483831" r:id="rId1"/>
  </p:sldLayoutIdLst>
  <p:hf sldNum="0" hdr="0" ftr="0" dt="0"/>
  <p:txStyles>
    <p:titleStyle>
      <a:lvl1pPr algn="l" defTabSz="914400" rtl="0" eaLnBrk="1" latinLnBrk="0" hangingPunct="1">
        <a:lnSpc>
          <a:spcPct val="100000"/>
        </a:lnSpc>
        <a:spcBef>
          <a:spcPts val="0"/>
        </a:spcBef>
        <a:spcAft>
          <a:spcPts val="0"/>
        </a:spcAft>
        <a:buNone/>
        <a:defRPr sz="2800" b="1" i="0" kern="1200">
          <a:solidFill>
            <a:schemeClr val="accent1"/>
          </a:solidFill>
          <a:latin typeface="Arial"/>
          <a:ea typeface="+mj-ea"/>
          <a:cs typeface="+mj-cs"/>
        </a:defRPr>
      </a:lvl1pPr>
    </p:titleStyle>
    <p:bodyStyle>
      <a:lvl1pPr marL="342900" marR="0" indent="-342900" algn="l" defTabSz="914400" rtl="0" eaLnBrk="1" fontAlgn="base" latinLnBrk="0" hangingPunct="1">
        <a:lnSpc>
          <a:spcPct val="110000"/>
        </a:lnSpc>
        <a:spcBef>
          <a:spcPts val="0"/>
        </a:spcBef>
        <a:spcAft>
          <a:spcPct val="0"/>
        </a:spcAft>
        <a:buClr>
          <a:schemeClr val="accent1"/>
        </a:buClr>
        <a:buSzTx/>
        <a:buFont typeface="Wingdings" panose="05000000000000000000" pitchFamily="2" charset="2"/>
        <a:buChar char="n"/>
        <a:tabLst/>
        <a:defRPr lang="de-DE" sz="2000" b="0" i="0" kern="1200" smtClean="0">
          <a:solidFill>
            <a:schemeClr val="tx1"/>
          </a:solidFill>
          <a:latin typeface="Arial"/>
          <a:ea typeface="+mn-ea"/>
          <a:cs typeface="+mn-cs"/>
        </a:defRPr>
      </a:lvl1pPr>
      <a:lvl2pPr marL="715963" marR="0" indent="-358775" algn="l" defTabSz="914400" rtl="0" eaLnBrk="1" fontAlgn="base" latinLnBrk="0" hangingPunct="1">
        <a:lnSpc>
          <a:spcPct val="110000"/>
        </a:lnSpc>
        <a:spcBef>
          <a:spcPts val="600"/>
        </a:spcBef>
        <a:spcAft>
          <a:spcPct val="0"/>
        </a:spcAft>
        <a:buClr>
          <a:schemeClr val="accent1"/>
        </a:buClr>
        <a:buSzPct val="90000"/>
        <a:buFont typeface="Wingdings 3" panose="05040102010807070707" pitchFamily="18" charset="2"/>
        <a:buChar char=""/>
        <a:tabLst/>
        <a:defRPr lang="de-DE" sz="2000" b="0" i="0" kern="1200" smtClean="0">
          <a:solidFill>
            <a:schemeClr val="tx1"/>
          </a:solidFill>
          <a:latin typeface="Arial"/>
          <a:ea typeface="+mn-ea"/>
          <a:cs typeface="+mn-cs"/>
        </a:defRPr>
      </a:lvl2pPr>
      <a:lvl3pPr marL="1081088" marR="0" indent="-365125" algn="l" defTabSz="914400" rtl="0" eaLnBrk="1" fontAlgn="base" latinLnBrk="0" hangingPunct="1">
        <a:lnSpc>
          <a:spcPct val="110000"/>
        </a:lnSpc>
        <a:spcBef>
          <a:spcPts val="300"/>
        </a:spcBef>
        <a:spcAft>
          <a:spcPts val="0"/>
        </a:spcAft>
        <a:buClr>
          <a:schemeClr val="accent1"/>
        </a:buClr>
        <a:buSzPct val="95000"/>
        <a:buFont typeface="Arial" panose="020B0604020202020204" pitchFamily="34" charset="0"/>
        <a:buChar char="●"/>
        <a:tabLst/>
        <a:defRPr lang="de-DE" sz="2000" b="0" i="0" kern="1200" smtClean="0">
          <a:solidFill>
            <a:schemeClr val="tx1"/>
          </a:solidFill>
          <a:latin typeface="Arial"/>
          <a:ea typeface="+mn-ea"/>
          <a:cs typeface="+mn-cs"/>
        </a:defRPr>
      </a:lvl3pPr>
      <a:lvl4pPr marL="1433513" marR="0" indent="-358775" algn="l" defTabSz="914400" rtl="0" eaLnBrk="1" fontAlgn="base" latinLnBrk="0" hangingPunct="1">
        <a:lnSpc>
          <a:spcPct val="110000"/>
        </a:lnSpc>
        <a:spcBef>
          <a:spcPct val="0"/>
        </a:spcBef>
        <a:spcAft>
          <a:spcPct val="0"/>
        </a:spcAft>
        <a:buClr>
          <a:schemeClr val="accent1"/>
        </a:buClr>
        <a:buSzTx/>
        <a:buFont typeface="Arial" panose="020B0604020202020204" pitchFamily="34" charset="0"/>
        <a:buChar char="−"/>
        <a:tabLst/>
        <a:defRPr lang="de-DE" sz="2000" b="0" i="0" kern="1200" smtClean="0">
          <a:solidFill>
            <a:schemeClr val="tx1"/>
          </a:solidFill>
          <a:latin typeface="Arial"/>
          <a:ea typeface="+mn-ea"/>
          <a:cs typeface="+mn-cs"/>
        </a:defRPr>
      </a:lvl4pPr>
      <a:lvl5pPr marL="2057400" indent="-228600" algn="l" defTabSz="914400" rtl="0" eaLnBrk="1" latinLnBrk="0" hangingPunct="1">
        <a:lnSpc>
          <a:spcPct val="95000"/>
        </a:lnSpc>
        <a:spcBef>
          <a:spcPts val="0"/>
        </a:spcBef>
        <a:spcAft>
          <a:spcPct val="50000"/>
        </a:spcAft>
        <a:buClr>
          <a:schemeClr val="tx1"/>
        </a:buClr>
        <a:buFontTx/>
        <a:buChar char="–"/>
        <a:defRPr lang="de-DE" sz="2000" b="0" i="0" kern="1200" dirty="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42">
          <p15:clr>
            <a:srgbClr val="F26B43"/>
          </p15:clr>
        </p15:guide>
        <p15:guide id="4" pos="143">
          <p15:clr>
            <a:srgbClr val="F26B43"/>
          </p15:clr>
        </p15:guide>
        <p15:guide id="5" pos="7536">
          <p15:clr>
            <a:srgbClr val="F26B43"/>
          </p15:clr>
        </p15:guide>
        <p15:guide id="10" orient="horz" pos="1275">
          <p15:clr>
            <a:srgbClr val="F26B43"/>
          </p15:clr>
        </p15:guide>
        <p15:guide id="11" orient="horz" pos="417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8" name="Gruppieren 7">
            <a:extLst>
              <a:ext uri="{FF2B5EF4-FFF2-40B4-BE49-F238E27FC236}">
                <a16:creationId xmlns:a16="http://schemas.microsoft.com/office/drawing/2014/main" id="{4B6A72FA-458D-4538-AEDE-4F7F38509E9E}"/>
              </a:ext>
            </a:extLst>
          </p:cNvPr>
          <p:cNvGrpSpPr/>
          <p:nvPr/>
        </p:nvGrpSpPr>
        <p:grpSpPr>
          <a:xfrm>
            <a:off x="9598860" y="6092575"/>
            <a:ext cx="2592337" cy="540000"/>
            <a:chOff x="9597610" y="6092575"/>
            <a:chExt cx="2592000" cy="540000"/>
          </a:xfrm>
        </p:grpSpPr>
        <p:sp>
          <p:nvSpPr>
            <p:cNvPr id="12" name="Rechteck 11">
              <a:extLst>
                <a:ext uri="{FF2B5EF4-FFF2-40B4-BE49-F238E27FC236}">
                  <a16:creationId xmlns:a16="http://schemas.microsoft.com/office/drawing/2014/main" id="{E277971D-6070-4B2E-994F-CFD4ABE539B7}"/>
                </a:ext>
              </a:extLst>
            </p:cNvPr>
            <p:cNvSpPr/>
            <p:nvPr userDrawn="1"/>
          </p:nvSpPr>
          <p:spPr>
            <a:xfrm>
              <a:off x="9597610" y="6092575"/>
              <a:ext cx="2592000" cy="5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pic>
          <p:nvPicPr>
            <p:cNvPr id="7" name="Grafik 6">
              <a:extLst>
                <a:ext uri="{FF2B5EF4-FFF2-40B4-BE49-F238E27FC236}">
                  <a16:creationId xmlns:a16="http://schemas.microsoft.com/office/drawing/2014/main" id="{16603E70-F65B-482B-8F9B-7B6AEACE74E9}"/>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9727294" y="6228712"/>
              <a:ext cx="808391" cy="292882"/>
            </a:xfrm>
            <a:prstGeom prst="rect">
              <a:avLst/>
            </a:prstGeom>
          </p:spPr>
        </p:pic>
      </p:grpSp>
      <p:sp>
        <p:nvSpPr>
          <p:cNvPr id="22" name="Datumsplatzhalter 5"/>
          <p:cNvSpPr>
            <a:spLocks noGrp="1"/>
          </p:cNvSpPr>
          <p:nvPr>
            <p:ph type="dt" sz="half" idx="2"/>
          </p:nvPr>
        </p:nvSpPr>
        <p:spPr>
          <a:xfrm>
            <a:off x="685849" y="6516409"/>
            <a:ext cx="468187" cy="175322"/>
          </a:xfrm>
          <a:prstGeom prst="rect">
            <a:avLst/>
          </a:prstGeom>
        </p:spPr>
        <p:txBody>
          <a:bodyPr wrap="none" lIns="0" tIns="0" rIns="0" bIns="0"/>
          <a:lstStyle>
            <a:lvl1pPr>
              <a:defRPr sz="900"/>
            </a:lvl1pPr>
          </a:lstStyle>
          <a:p>
            <a:fld id="{65010B03-D230-4701-9F37-B6F131066B93}" type="datetime1">
              <a:rPr lang="de-DE" smtClean="0"/>
              <a:t>07.10.2026</a:t>
            </a:fld>
            <a:endParaRPr lang="de-DE"/>
          </a:p>
        </p:txBody>
      </p:sp>
      <p:sp>
        <p:nvSpPr>
          <p:cNvPr id="23" name="Fußzeilenplatzhalter 6"/>
          <p:cNvSpPr>
            <a:spLocks noGrp="1"/>
          </p:cNvSpPr>
          <p:nvPr>
            <p:ph type="ftr" sz="quarter" idx="3"/>
          </p:nvPr>
        </p:nvSpPr>
        <p:spPr>
          <a:xfrm>
            <a:off x="1368179" y="6516111"/>
            <a:ext cx="3364707" cy="167933"/>
          </a:xfrm>
          <a:prstGeom prst="rect">
            <a:avLst/>
          </a:prstGeom>
        </p:spPr>
        <p:txBody>
          <a:bodyPr lIns="0" tIns="0" rIns="0" bIns="0"/>
          <a:lstStyle>
            <a:lvl1pPr>
              <a:defRPr sz="900">
                <a:solidFill>
                  <a:srgbClr val="000000"/>
                </a:solidFill>
              </a:defRPr>
            </a:lvl1pPr>
          </a:lstStyle>
          <a:p>
            <a:r>
              <a:rPr lang="de-DE"/>
              <a:t>|  Optionale Zusatzinformationen</a:t>
            </a:r>
          </a:p>
        </p:txBody>
      </p:sp>
      <p:sp>
        <p:nvSpPr>
          <p:cNvPr id="24" name="Foliennummernplatzhalter 7"/>
          <p:cNvSpPr>
            <a:spLocks noGrp="1"/>
          </p:cNvSpPr>
          <p:nvPr>
            <p:ph type="sldNum" sz="quarter" idx="4"/>
          </p:nvPr>
        </p:nvSpPr>
        <p:spPr>
          <a:xfrm>
            <a:off x="227043" y="6514798"/>
            <a:ext cx="384267" cy="151200"/>
          </a:xfrm>
          <a:prstGeom prst="rect">
            <a:avLst/>
          </a:prstGeom>
        </p:spPr>
        <p:txBody>
          <a:bodyPr lIns="0" tIns="0" rIns="0" bIns="0"/>
          <a:lstStyle>
            <a:lvl1pPr>
              <a:defRPr sz="900" b="1"/>
            </a:lvl1pPr>
          </a:lstStyle>
          <a:p>
            <a:fld id="{82EA1D04-CA53-4DE3-84A8-2B63E41036C9}" type="slidenum">
              <a:rPr lang="de-DE" smtClean="0"/>
              <a:pPr/>
              <a:t>‹#›</a:t>
            </a:fld>
            <a:endParaRPr lang="de-DE"/>
          </a:p>
        </p:txBody>
      </p:sp>
      <p:sp>
        <p:nvSpPr>
          <p:cNvPr id="5" name="Titelplatzhalter 4">
            <a:extLst>
              <a:ext uri="{FF2B5EF4-FFF2-40B4-BE49-F238E27FC236}">
                <a16:creationId xmlns:a16="http://schemas.microsoft.com/office/drawing/2014/main" id="{37FE3EDC-0827-4CF8-B2E7-B826A23D8F0B}"/>
              </a:ext>
            </a:extLst>
          </p:cNvPr>
          <p:cNvSpPr>
            <a:spLocks noGrp="1"/>
          </p:cNvSpPr>
          <p:nvPr>
            <p:ph type="title"/>
          </p:nvPr>
        </p:nvSpPr>
        <p:spPr>
          <a:xfrm>
            <a:off x="218334" y="430442"/>
            <a:ext cx="11737914" cy="853200"/>
          </a:xfrm>
          <a:prstGeom prst="rect">
            <a:avLst/>
          </a:prstGeom>
        </p:spPr>
        <p:txBody>
          <a:bodyPr vert="horz" lIns="0" tIns="0" rIns="0" bIns="0" rtlCol="0" anchor="t" anchorCtr="0">
            <a:noAutofit/>
          </a:bodyPr>
          <a:lstStyle/>
          <a:p>
            <a:r>
              <a:rPr lang="de-DE"/>
              <a:t>Titelmasterformat durch Klicken bearbeiten</a:t>
            </a:r>
          </a:p>
        </p:txBody>
      </p:sp>
      <p:sp>
        <p:nvSpPr>
          <p:cNvPr id="2" name="Textfeld 1">
            <a:extLst>
              <a:ext uri="{FF2B5EF4-FFF2-40B4-BE49-F238E27FC236}">
                <a16:creationId xmlns:a16="http://schemas.microsoft.com/office/drawing/2014/main" id="{71949EE9-BA46-4479-914B-3ECC6A2A8BA4}"/>
              </a:ext>
            </a:extLst>
          </p:cNvPr>
          <p:cNvSpPr txBox="1"/>
          <p:nvPr/>
        </p:nvSpPr>
        <p:spPr>
          <a:xfrm>
            <a:off x="5987785" y="6451321"/>
            <a:ext cx="216434" cy="184666"/>
          </a:xfrm>
          <a:prstGeom prst="rect">
            <a:avLst/>
          </a:prstGeom>
          <a:noFill/>
        </p:spPr>
        <p:txBody>
          <a:bodyPr wrap="none" lIns="0" tIns="0" rIns="0" bIns="0" rtlCol="0">
            <a:spAutoFit/>
          </a:bodyPr>
          <a:lstStyle/>
          <a:p>
            <a:pPr algn="ctr">
              <a:spcBef>
                <a:spcPts val="110"/>
              </a:spcBef>
              <a:spcAft>
                <a:spcPts val="110"/>
              </a:spcAft>
            </a:pPr>
            <a:r>
              <a:rPr lang="de-DE" sz="1200">
                <a:solidFill>
                  <a:srgbClr val="C50022"/>
                </a:solidFill>
              </a:rPr>
              <a:t>     </a:t>
            </a:r>
            <a:endParaRPr lang="de-DE" sz="1800">
              <a:solidFill>
                <a:srgbClr val="C50022"/>
              </a:solidFill>
            </a:endParaRPr>
          </a:p>
        </p:txBody>
      </p:sp>
      <p:sp>
        <p:nvSpPr>
          <p:cNvPr id="6" name="Textfeld 5">
            <a:extLst>
              <a:ext uri="{FF2B5EF4-FFF2-40B4-BE49-F238E27FC236}">
                <a16:creationId xmlns:a16="http://schemas.microsoft.com/office/drawing/2014/main" id="{3EC64EB5-3739-41D1-9D4C-C15F12AC1533}"/>
              </a:ext>
            </a:extLst>
          </p:cNvPr>
          <p:cNvSpPr txBox="1"/>
          <p:nvPr/>
        </p:nvSpPr>
        <p:spPr>
          <a:xfrm>
            <a:off x="4178401" y="6858001"/>
            <a:ext cx="3835203" cy="646331"/>
          </a:xfrm>
          <a:prstGeom prst="rect">
            <a:avLst/>
          </a:prstGeom>
          <a:noFill/>
        </p:spPr>
        <p:txBody>
          <a:bodyPr wrap="none" rtlCol="0">
            <a:spAutoFit/>
          </a:bodyPr>
          <a:lstStyle/>
          <a:p>
            <a:pPr algn="ctr"/>
            <a:r>
              <a:rPr lang="de-DE" sz="1200">
                <a:solidFill>
                  <a:srgbClr val="C50022"/>
                </a:solidFill>
                <a:sym typeface="Wingdings" panose="05000000000000000000" pitchFamily="2" charset="2"/>
              </a:rPr>
              <a:t></a:t>
            </a:r>
            <a:endParaRPr lang="de-DE" sz="1200">
              <a:solidFill>
                <a:srgbClr val="C50022"/>
              </a:solidFill>
            </a:endParaRPr>
          </a:p>
          <a:p>
            <a:pPr algn="ctr"/>
            <a:r>
              <a:rPr lang="de-DE" sz="1200">
                <a:solidFill>
                  <a:srgbClr val="C50022"/>
                </a:solidFill>
              </a:rPr>
              <a:t>Zur Angabe der Klassifizierung (VERTRAULICH etc.) </a:t>
            </a:r>
            <a:br>
              <a:rPr lang="de-DE" sz="1200">
                <a:solidFill>
                  <a:srgbClr val="C50022"/>
                </a:solidFill>
              </a:rPr>
            </a:br>
            <a:r>
              <a:rPr lang="de-DE" sz="1200">
                <a:solidFill>
                  <a:srgbClr val="C50022"/>
                </a:solidFill>
              </a:rPr>
              <a:t>bitte dieses Textfeld im Folienmaster verwenden</a:t>
            </a:r>
          </a:p>
        </p:txBody>
      </p:sp>
      <p:sp>
        <p:nvSpPr>
          <p:cNvPr id="13" name="Textplatzhalter 2">
            <a:extLst>
              <a:ext uri="{FF2B5EF4-FFF2-40B4-BE49-F238E27FC236}">
                <a16:creationId xmlns:a16="http://schemas.microsoft.com/office/drawing/2014/main" id="{BD0D29DE-532E-4B08-B081-C25D41C78756}"/>
              </a:ext>
            </a:extLst>
          </p:cNvPr>
          <p:cNvSpPr>
            <a:spLocks noGrp="1"/>
          </p:cNvSpPr>
          <p:nvPr>
            <p:ph type="body" idx="1"/>
          </p:nvPr>
        </p:nvSpPr>
        <p:spPr>
          <a:xfrm>
            <a:off x="211068" y="1964564"/>
            <a:ext cx="11753889" cy="3905999"/>
          </a:xfrm>
          <a:prstGeom prst="rect">
            <a:avLst/>
          </a:prstGeom>
        </p:spPr>
        <p:txBody>
          <a:bodyPr vert="horz" lIns="0" tIns="0" rIns="0" bIns="0" rtlCol="0">
            <a:noAutofit/>
          </a:bodyPr>
          <a:lstStyle/>
          <a:p>
            <a:pPr lvl="0"/>
            <a:r>
              <a:rPr lang="de-DE"/>
              <a:t>Formatvorlagen des Textmasters bearbeiten</a:t>
            </a:r>
          </a:p>
          <a:p>
            <a:pPr lvl="1"/>
            <a:r>
              <a:rPr lang="de-DE"/>
              <a:t>Zweite Ebene</a:t>
            </a:r>
          </a:p>
          <a:p>
            <a:pPr lvl="2"/>
            <a:r>
              <a:rPr lang="de-DE"/>
              <a:t>Dritte Ebene</a:t>
            </a:r>
          </a:p>
          <a:p>
            <a:pPr lvl="3"/>
            <a:r>
              <a:rPr lang="de-DE"/>
              <a:t>Vierte Ebene</a:t>
            </a:r>
          </a:p>
        </p:txBody>
      </p:sp>
    </p:spTree>
    <p:extLst>
      <p:ext uri="{BB962C8B-B14F-4D97-AF65-F5344CB8AC3E}">
        <p14:creationId xmlns:p14="http://schemas.microsoft.com/office/powerpoint/2010/main" val="3658678340"/>
      </p:ext>
    </p:extLst>
  </p:cSld>
  <p:clrMap bg1="lt1" tx1="dk1" bg2="lt2" tx2="dk2" accent1="accent1" accent2="accent2" accent3="accent3" accent4="accent4" accent5="accent5" accent6="accent6" hlink="hlink" folHlink="folHlink"/>
  <p:sldLayoutIdLst>
    <p:sldLayoutId id="2147483833" r:id="rId1"/>
    <p:sldLayoutId id="2147483834" r:id="rId2"/>
    <p:sldLayoutId id="2147483835" r:id="rId3"/>
  </p:sldLayoutIdLst>
  <p:hf hdr="0"/>
  <p:txStyles>
    <p:titleStyle>
      <a:lvl1pPr algn="l" defTabSz="914400" rtl="0" eaLnBrk="1" latinLnBrk="0" hangingPunct="1">
        <a:lnSpc>
          <a:spcPct val="100000"/>
        </a:lnSpc>
        <a:spcBef>
          <a:spcPts val="0"/>
        </a:spcBef>
        <a:spcAft>
          <a:spcPts val="0"/>
        </a:spcAft>
        <a:buNone/>
        <a:defRPr sz="2800" b="1" i="0" kern="1200">
          <a:solidFill>
            <a:schemeClr val="accent1"/>
          </a:solidFill>
          <a:latin typeface="Arial"/>
          <a:ea typeface="+mj-ea"/>
          <a:cs typeface="+mj-cs"/>
        </a:defRPr>
      </a:lvl1pPr>
    </p:titleStyle>
    <p:bodyStyle>
      <a:lvl1pPr marL="342900" indent="-342900" algn="l" defTabSz="914400" rtl="0" eaLnBrk="1" latinLnBrk="0" hangingPunct="1">
        <a:lnSpc>
          <a:spcPct val="110000"/>
        </a:lnSpc>
        <a:spcBef>
          <a:spcPts val="0"/>
        </a:spcBef>
        <a:spcAft>
          <a:spcPts val="0"/>
        </a:spcAft>
        <a:buClr>
          <a:schemeClr val="accent1"/>
        </a:buClr>
        <a:buFont typeface="Wingdings" panose="05000000000000000000" pitchFamily="2" charset="2"/>
        <a:buChar char="n"/>
        <a:defRPr lang="de-DE" sz="2000" b="0" i="0" kern="1200" smtClean="0">
          <a:solidFill>
            <a:schemeClr val="tx1"/>
          </a:solidFill>
          <a:latin typeface="Arial"/>
          <a:ea typeface="+mn-ea"/>
          <a:cs typeface="+mn-cs"/>
        </a:defRPr>
      </a:lvl1pPr>
      <a:lvl2pPr marL="719138" indent="-361950" algn="l" defTabSz="914400" rtl="0" eaLnBrk="1" latinLnBrk="0" hangingPunct="1">
        <a:lnSpc>
          <a:spcPct val="110000"/>
        </a:lnSpc>
        <a:spcBef>
          <a:spcPts val="600"/>
        </a:spcBef>
        <a:spcAft>
          <a:spcPts val="0"/>
        </a:spcAft>
        <a:buClr>
          <a:schemeClr val="accent1"/>
        </a:buClr>
        <a:buFont typeface="Wingdings 3" panose="05040102010807070707" pitchFamily="18" charset="2"/>
        <a:buChar char=""/>
        <a:defRPr lang="de-DE" sz="2000" b="0" i="0" kern="1200" smtClean="0">
          <a:solidFill>
            <a:schemeClr val="tx1"/>
          </a:solidFill>
          <a:latin typeface="Arial"/>
          <a:ea typeface="+mn-ea"/>
          <a:cs typeface="+mn-cs"/>
        </a:defRPr>
      </a:lvl2pPr>
      <a:lvl3pPr marL="1074738" indent="-355600" algn="l" defTabSz="914400" rtl="0" eaLnBrk="1" latinLnBrk="0" hangingPunct="1">
        <a:lnSpc>
          <a:spcPct val="110000"/>
        </a:lnSpc>
        <a:spcBef>
          <a:spcPts val="300"/>
        </a:spcBef>
        <a:spcAft>
          <a:spcPts val="0"/>
        </a:spcAft>
        <a:buClr>
          <a:schemeClr val="accent1"/>
        </a:buClr>
        <a:buFont typeface="Arial" panose="020B0604020202020204" pitchFamily="34" charset="0"/>
        <a:buChar char="●"/>
        <a:tabLst/>
        <a:defRPr lang="de-DE" sz="2000" b="0" i="0" kern="1200" smtClean="0">
          <a:solidFill>
            <a:schemeClr val="tx1"/>
          </a:solidFill>
          <a:latin typeface="Arial"/>
          <a:ea typeface="+mn-ea"/>
          <a:cs typeface="+mn-cs"/>
        </a:defRPr>
      </a:lvl3pPr>
      <a:lvl4pPr marL="1436688" indent="-361950" algn="l" defTabSz="914400" rtl="0" eaLnBrk="1" latinLnBrk="0" hangingPunct="1">
        <a:lnSpc>
          <a:spcPct val="110000"/>
        </a:lnSpc>
        <a:spcBef>
          <a:spcPts val="0"/>
        </a:spcBef>
        <a:spcAft>
          <a:spcPct val="50000"/>
        </a:spcAft>
        <a:buClr>
          <a:schemeClr val="accent1"/>
        </a:buClr>
        <a:buFont typeface="Arial" panose="020B0604020202020204" pitchFamily="34" charset="0"/>
        <a:buChar char="−"/>
        <a:defRPr lang="de-DE" sz="2000" b="0" i="0" kern="1200" smtClean="0">
          <a:solidFill>
            <a:schemeClr val="tx1"/>
          </a:solidFill>
          <a:latin typeface="Arial"/>
          <a:ea typeface="+mn-ea"/>
          <a:cs typeface="+mn-cs"/>
        </a:defRPr>
      </a:lvl4pPr>
      <a:lvl5pPr marL="2057400" indent="-228600" algn="l" defTabSz="914400" rtl="0" eaLnBrk="1" latinLnBrk="0" hangingPunct="1">
        <a:lnSpc>
          <a:spcPct val="95000"/>
        </a:lnSpc>
        <a:spcBef>
          <a:spcPts val="0"/>
        </a:spcBef>
        <a:spcAft>
          <a:spcPct val="50000"/>
        </a:spcAft>
        <a:buClr>
          <a:schemeClr val="tx1"/>
        </a:buClr>
        <a:buFontTx/>
        <a:buChar char="–"/>
        <a:defRPr lang="de-DE" sz="2000" b="0" i="0" kern="1200" dirty="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42">
          <p15:clr>
            <a:srgbClr val="F26B43"/>
          </p15:clr>
        </p15:guide>
        <p15:guide id="4" pos="143">
          <p15:clr>
            <a:srgbClr val="F26B43"/>
          </p15:clr>
        </p15:guide>
        <p15:guide id="5" pos="7536">
          <p15:clr>
            <a:srgbClr val="F26B43"/>
          </p15:clr>
        </p15:guide>
        <p15:guide id="10" orient="horz" pos="1275">
          <p15:clr>
            <a:srgbClr val="F26B43"/>
          </p15:clr>
        </p15:guide>
        <p15:guide id="11" orient="horz" pos="417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8" name="Gruppieren 7">
            <a:extLst>
              <a:ext uri="{FF2B5EF4-FFF2-40B4-BE49-F238E27FC236}">
                <a16:creationId xmlns:a16="http://schemas.microsoft.com/office/drawing/2014/main" id="{4B6A72FA-458D-4538-AEDE-4F7F38509E9E}"/>
              </a:ext>
            </a:extLst>
          </p:cNvPr>
          <p:cNvGrpSpPr/>
          <p:nvPr/>
        </p:nvGrpSpPr>
        <p:grpSpPr>
          <a:xfrm>
            <a:off x="9598860" y="6092575"/>
            <a:ext cx="2592337" cy="540000"/>
            <a:chOff x="9597610" y="6092575"/>
            <a:chExt cx="2592000" cy="540000"/>
          </a:xfrm>
        </p:grpSpPr>
        <p:sp>
          <p:nvSpPr>
            <p:cNvPr id="12" name="Rechteck 11">
              <a:extLst>
                <a:ext uri="{FF2B5EF4-FFF2-40B4-BE49-F238E27FC236}">
                  <a16:creationId xmlns:a16="http://schemas.microsoft.com/office/drawing/2014/main" id="{E277971D-6070-4B2E-994F-CFD4ABE539B7}"/>
                </a:ext>
              </a:extLst>
            </p:cNvPr>
            <p:cNvSpPr/>
            <p:nvPr userDrawn="1"/>
          </p:nvSpPr>
          <p:spPr>
            <a:xfrm>
              <a:off x="9597610" y="6092575"/>
              <a:ext cx="2592000" cy="5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pic>
          <p:nvPicPr>
            <p:cNvPr id="7" name="Grafik 6">
              <a:extLst>
                <a:ext uri="{FF2B5EF4-FFF2-40B4-BE49-F238E27FC236}">
                  <a16:creationId xmlns:a16="http://schemas.microsoft.com/office/drawing/2014/main" id="{16603E70-F65B-482B-8F9B-7B6AEACE74E9}"/>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9727294" y="6228712"/>
              <a:ext cx="808391" cy="292882"/>
            </a:xfrm>
            <a:prstGeom prst="rect">
              <a:avLst/>
            </a:prstGeom>
          </p:spPr>
        </p:pic>
      </p:grpSp>
      <p:sp>
        <p:nvSpPr>
          <p:cNvPr id="22" name="Datumsplatzhalter 5"/>
          <p:cNvSpPr>
            <a:spLocks noGrp="1"/>
          </p:cNvSpPr>
          <p:nvPr>
            <p:ph type="dt" sz="half" idx="2"/>
          </p:nvPr>
        </p:nvSpPr>
        <p:spPr>
          <a:xfrm>
            <a:off x="685849" y="6516409"/>
            <a:ext cx="468187" cy="175322"/>
          </a:xfrm>
          <a:prstGeom prst="rect">
            <a:avLst/>
          </a:prstGeom>
        </p:spPr>
        <p:txBody>
          <a:bodyPr wrap="none" lIns="0" tIns="0" rIns="0" bIns="0"/>
          <a:lstStyle>
            <a:lvl1pPr>
              <a:defRPr sz="900"/>
            </a:lvl1pPr>
          </a:lstStyle>
          <a:p>
            <a:fld id="{65010B03-D230-4701-9F37-B6F131066B93}" type="datetime1">
              <a:rPr lang="de-DE" smtClean="0"/>
              <a:t>07.10.2026</a:t>
            </a:fld>
            <a:endParaRPr lang="de-DE"/>
          </a:p>
        </p:txBody>
      </p:sp>
      <p:sp>
        <p:nvSpPr>
          <p:cNvPr id="23" name="Fußzeilenplatzhalter 6"/>
          <p:cNvSpPr>
            <a:spLocks noGrp="1"/>
          </p:cNvSpPr>
          <p:nvPr>
            <p:ph type="ftr" sz="quarter" idx="3"/>
          </p:nvPr>
        </p:nvSpPr>
        <p:spPr>
          <a:xfrm>
            <a:off x="1368179" y="6516111"/>
            <a:ext cx="3364707" cy="167933"/>
          </a:xfrm>
          <a:prstGeom prst="rect">
            <a:avLst/>
          </a:prstGeom>
        </p:spPr>
        <p:txBody>
          <a:bodyPr lIns="0" tIns="0" rIns="0" bIns="0"/>
          <a:lstStyle>
            <a:lvl1pPr>
              <a:defRPr sz="900">
                <a:solidFill>
                  <a:srgbClr val="000000"/>
                </a:solidFill>
              </a:defRPr>
            </a:lvl1pPr>
          </a:lstStyle>
          <a:p>
            <a:r>
              <a:rPr lang="de-DE"/>
              <a:t>|  Optionale Zusatzinformationen</a:t>
            </a:r>
          </a:p>
        </p:txBody>
      </p:sp>
      <p:sp>
        <p:nvSpPr>
          <p:cNvPr id="24" name="Foliennummernplatzhalter 7"/>
          <p:cNvSpPr>
            <a:spLocks noGrp="1"/>
          </p:cNvSpPr>
          <p:nvPr>
            <p:ph type="sldNum" sz="quarter" idx="4"/>
          </p:nvPr>
        </p:nvSpPr>
        <p:spPr>
          <a:xfrm>
            <a:off x="227043" y="6514798"/>
            <a:ext cx="384267" cy="151200"/>
          </a:xfrm>
          <a:prstGeom prst="rect">
            <a:avLst/>
          </a:prstGeom>
        </p:spPr>
        <p:txBody>
          <a:bodyPr lIns="0" tIns="0" rIns="0" bIns="0"/>
          <a:lstStyle>
            <a:lvl1pPr>
              <a:defRPr sz="900" b="1"/>
            </a:lvl1pPr>
          </a:lstStyle>
          <a:p>
            <a:fld id="{82EA1D04-CA53-4DE3-84A8-2B63E41036C9}" type="slidenum">
              <a:rPr lang="de-DE" smtClean="0"/>
              <a:pPr/>
              <a:t>‹#›</a:t>
            </a:fld>
            <a:endParaRPr lang="de-DE"/>
          </a:p>
        </p:txBody>
      </p:sp>
      <p:sp>
        <p:nvSpPr>
          <p:cNvPr id="5" name="Titelplatzhalter 4">
            <a:extLst>
              <a:ext uri="{FF2B5EF4-FFF2-40B4-BE49-F238E27FC236}">
                <a16:creationId xmlns:a16="http://schemas.microsoft.com/office/drawing/2014/main" id="{37FE3EDC-0827-4CF8-B2E7-B826A23D8F0B}"/>
              </a:ext>
            </a:extLst>
          </p:cNvPr>
          <p:cNvSpPr>
            <a:spLocks noGrp="1"/>
          </p:cNvSpPr>
          <p:nvPr>
            <p:ph type="title"/>
          </p:nvPr>
        </p:nvSpPr>
        <p:spPr>
          <a:xfrm>
            <a:off x="218334" y="430442"/>
            <a:ext cx="11737914" cy="853200"/>
          </a:xfrm>
          <a:prstGeom prst="rect">
            <a:avLst/>
          </a:prstGeom>
        </p:spPr>
        <p:txBody>
          <a:bodyPr vert="horz" lIns="0" tIns="0" rIns="0" bIns="0" rtlCol="0" anchor="t" anchorCtr="0">
            <a:noAutofit/>
          </a:bodyPr>
          <a:lstStyle/>
          <a:p>
            <a:r>
              <a:rPr lang="de-DE"/>
              <a:t>Titelmasterformat durch Klicken bearbeiten</a:t>
            </a:r>
          </a:p>
        </p:txBody>
      </p:sp>
      <p:sp>
        <p:nvSpPr>
          <p:cNvPr id="2" name="Textfeld 1">
            <a:extLst>
              <a:ext uri="{FF2B5EF4-FFF2-40B4-BE49-F238E27FC236}">
                <a16:creationId xmlns:a16="http://schemas.microsoft.com/office/drawing/2014/main" id="{71949EE9-BA46-4479-914B-3ECC6A2A8BA4}"/>
              </a:ext>
            </a:extLst>
          </p:cNvPr>
          <p:cNvSpPr txBox="1"/>
          <p:nvPr/>
        </p:nvSpPr>
        <p:spPr>
          <a:xfrm>
            <a:off x="5987785" y="6451321"/>
            <a:ext cx="216434" cy="184666"/>
          </a:xfrm>
          <a:prstGeom prst="rect">
            <a:avLst/>
          </a:prstGeom>
          <a:noFill/>
        </p:spPr>
        <p:txBody>
          <a:bodyPr wrap="none" lIns="0" tIns="0" rIns="0" bIns="0" rtlCol="0">
            <a:spAutoFit/>
          </a:bodyPr>
          <a:lstStyle/>
          <a:p>
            <a:pPr algn="ctr">
              <a:spcBef>
                <a:spcPts val="110"/>
              </a:spcBef>
              <a:spcAft>
                <a:spcPts val="110"/>
              </a:spcAft>
            </a:pPr>
            <a:r>
              <a:rPr lang="de-DE" sz="1200">
                <a:solidFill>
                  <a:srgbClr val="C50022"/>
                </a:solidFill>
              </a:rPr>
              <a:t>     </a:t>
            </a:r>
            <a:endParaRPr lang="de-DE" sz="1800">
              <a:solidFill>
                <a:srgbClr val="C50022"/>
              </a:solidFill>
            </a:endParaRPr>
          </a:p>
        </p:txBody>
      </p:sp>
      <p:sp>
        <p:nvSpPr>
          <p:cNvPr id="6" name="Textfeld 5">
            <a:extLst>
              <a:ext uri="{FF2B5EF4-FFF2-40B4-BE49-F238E27FC236}">
                <a16:creationId xmlns:a16="http://schemas.microsoft.com/office/drawing/2014/main" id="{3EC64EB5-3739-41D1-9D4C-C15F12AC1533}"/>
              </a:ext>
            </a:extLst>
          </p:cNvPr>
          <p:cNvSpPr txBox="1"/>
          <p:nvPr/>
        </p:nvSpPr>
        <p:spPr>
          <a:xfrm>
            <a:off x="4178401" y="6858001"/>
            <a:ext cx="3835203" cy="646331"/>
          </a:xfrm>
          <a:prstGeom prst="rect">
            <a:avLst/>
          </a:prstGeom>
          <a:noFill/>
        </p:spPr>
        <p:txBody>
          <a:bodyPr wrap="none" rtlCol="0">
            <a:spAutoFit/>
          </a:bodyPr>
          <a:lstStyle/>
          <a:p>
            <a:pPr algn="ctr"/>
            <a:r>
              <a:rPr lang="de-DE" sz="1200">
                <a:solidFill>
                  <a:srgbClr val="C50022"/>
                </a:solidFill>
                <a:sym typeface="Wingdings" panose="05000000000000000000" pitchFamily="2" charset="2"/>
              </a:rPr>
              <a:t></a:t>
            </a:r>
            <a:endParaRPr lang="de-DE" sz="1200">
              <a:solidFill>
                <a:srgbClr val="C50022"/>
              </a:solidFill>
            </a:endParaRPr>
          </a:p>
          <a:p>
            <a:pPr algn="ctr"/>
            <a:r>
              <a:rPr lang="de-DE" sz="1200">
                <a:solidFill>
                  <a:srgbClr val="C50022"/>
                </a:solidFill>
              </a:rPr>
              <a:t>Zur Angabe der Klassifizierung (VERTRAULICH etc.) </a:t>
            </a:r>
            <a:br>
              <a:rPr lang="de-DE" sz="1200">
                <a:solidFill>
                  <a:srgbClr val="C50022"/>
                </a:solidFill>
              </a:rPr>
            </a:br>
            <a:r>
              <a:rPr lang="de-DE" sz="1200">
                <a:solidFill>
                  <a:srgbClr val="C50022"/>
                </a:solidFill>
              </a:rPr>
              <a:t>bitte dieses Textfeld im Folienmaster verwenden</a:t>
            </a:r>
          </a:p>
        </p:txBody>
      </p:sp>
      <p:sp>
        <p:nvSpPr>
          <p:cNvPr id="13" name="Textplatzhalter 2">
            <a:extLst>
              <a:ext uri="{FF2B5EF4-FFF2-40B4-BE49-F238E27FC236}">
                <a16:creationId xmlns:a16="http://schemas.microsoft.com/office/drawing/2014/main" id="{BD0D29DE-532E-4B08-B081-C25D41C78756}"/>
              </a:ext>
            </a:extLst>
          </p:cNvPr>
          <p:cNvSpPr>
            <a:spLocks noGrp="1"/>
          </p:cNvSpPr>
          <p:nvPr>
            <p:ph type="body" idx="1"/>
          </p:nvPr>
        </p:nvSpPr>
        <p:spPr>
          <a:xfrm>
            <a:off x="211068" y="1964564"/>
            <a:ext cx="11753889" cy="3905999"/>
          </a:xfrm>
          <a:prstGeom prst="rect">
            <a:avLst/>
          </a:prstGeom>
        </p:spPr>
        <p:txBody>
          <a:bodyPr vert="horz" lIns="0" tIns="0" rIns="0" bIns="0" rtlCol="0">
            <a:noAutofit/>
          </a:bodyPr>
          <a:lstStyle/>
          <a:p>
            <a:pPr lvl="0"/>
            <a:r>
              <a:rPr lang="de-DE"/>
              <a:t>Formatvorlagen des Textmasters bearbeiten</a:t>
            </a:r>
          </a:p>
          <a:p>
            <a:pPr lvl="1"/>
            <a:r>
              <a:rPr lang="de-DE"/>
              <a:t>Zweite Ebene</a:t>
            </a:r>
          </a:p>
          <a:p>
            <a:pPr lvl="2"/>
            <a:r>
              <a:rPr lang="de-DE"/>
              <a:t>Dritte Ebene</a:t>
            </a:r>
          </a:p>
          <a:p>
            <a:pPr lvl="3"/>
            <a:r>
              <a:rPr lang="de-DE"/>
              <a:t>Vierte Ebene</a:t>
            </a:r>
          </a:p>
        </p:txBody>
      </p:sp>
    </p:spTree>
    <p:extLst>
      <p:ext uri="{BB962C8B-B14F-4D97-AF65-F5344CB8AC3E}">
        <p14:creationId xmlns:p14="http://schemas.microsoft.com/office/powerpoint/2010/main" val="3658678340"/>
      </p:ext>
    </p:extLst>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Lst>
  <p:hf hdr="0"/>
  <p:txStyles>
    <p:titleStyle>
      <a:lvl1pPr algn="l" defTabSz="914400" rtl="0" eaLnBrk="1" latinLnBrk="0" hangingPunct="1">
        <a:lnSpc>
          <a:spcPct val="100000"/>
        </a:lnSpc>
        <a:spcBef>
          <a:spcPts val="0"/>
        </a:spcBef>
        <a:spcAft>
          <a:spcPts val="0"/>
        </a:spcAft>
        <a:buNone/>
        <a:defRPr sz="2800" b="1" i="0" kern="1200">
          <a:solidFill>
            <a:schemeClr val="accent1"/>
          </a:solidFill>
          <a:latin typeface="Arial"/>
          <a:ea typeface="+mj-ea"/>
          <a:cs typeface="+mj-cs"/>
        </a:defRPr>
      </a:lvl1pPr>
    </p:titleStyle>
    <p:bodyStyle>
      <a:lvl1pPr marL="342900" indent="-342900" algn="l" defTabSz="914400" rtl="0" eaLnBrk="1" latinLnBrk="0" hangingPunct="1">
        <a:lnSpc>
          <a:spcPct val="110000"/>
        </a:lnSpc>
        <a:spcBef>
          <a:spcPts val="0"/>
        </a:spcBef>
        <a:spcAft>
          <a:spcPts val="0"/>
        </a:spcAft>
        <a:buClr>
          <a:schemeClr val="accent1"/>
        </a:buClr>
        <a:buFont typeface="Wingdings" panose="05000000000000000000" pitchFamily="2" charset="2"/>
        <a:buChar char="n"/>
        <a:defRPr lang="de-DE" sz="2000" b="0" i="0" kern="1200" smtClean="0">
          <a:solidFill>
            <a:schemeClr val="tx1"/>
          </a:solidFill>
          <a:latin typeface="Arial"/>
          <a:ea typeface="+mn-ea"/>
          <a:cs typeface="+mn-cs"/>
        </a:defRPr>
      </a:lvl1pPr>
      <a:lvl2pPr marL="719138" indent="-361950" algn="l" defTabSz="914400" rtl="0" eaLnBrk="1" latinLnBrk="0" hangingPunct="1">
        <a:lnSpc>
          <a:spcPct val="110000"/>
        </a:lnSpc>
        <a:spcBef>
          <a:spcPts val="600"/>
        </a:spcBef>
        <a:spcAft>
          <a:spcPts val="0"/>
        </a:spcAft>
        <a:buClr>
          <a:schemeClr val="accent1"/>
        </a:buClr>
        <a:buFont typeface="Wingdings 3" panose="05040102010807070707" pitchFamily="18" charset="2"/>
        <a:buChar char=""/>
        <a:defRPr lang="de-DE" sz="2000" b="0" i="0" kern="1200" smtClean="0">
          <a:solidFill>
            <a:schemeClr val="tx1"/>
          </a:solidFill>
          <a:latin typeface="Arial"/>
          <a:ea typeface="+mn-ea"/>
          <a:cs typeface="+mn-cs"/>
        </a:defRPr>
      </a:lvl2pPr>
      <a:lvl3pPr marL="1074738" indent="-355600" algn="l" defTabSz="914400" rtl="0" eaLnBrk="1" latinLnBrk="0" hangingPunct="1">
        <a:lnSpc>
          <a:spcPct val="110000"/>
        </a:lnSpc>
        <a:spcBef>
          <a:spcPts val="300"/>
        </a:spcBef>
        <a:spcAft>
          <a:spcPts val="0"/>
        </a:spcAft>
        <a:buClr>
          <a:schemeClr val="accent1"/>
        </a:buClr>
        <a:buFont typeface="Arial" panose="020B0604020202020204" pitchFamily="34" charset="0"/>
        <a:buChar char="●"/>
        <a:tabLst/>
        <a:defRPr lang="de-DE" sz="2000" b="0" i="0" kern="1200" smtClean="0">
          <a:solidFill>
            <a:schemeClr val="tx1"/>
          </a:solidFill>
          <a:latin typeface="Arial"/>
          <a:ea typeface="+mn-ea"/>
          <a:cs typeface="+mn-cs"/>
        </a:defRPr>
      </a:lvl3pPr>
      <a:lvl4pPr marL="1436688" indent="-361950" algn="l" defTabSz="914400" rtl="0" eaLnBrk="1" latinLnBrk="0" hangingPunct="1">
        <a:lnSpc>
          <a:spcPct val="110000"/>
        </a:lnSpc>
        <a:spcBef>
          <a:spcPts val="0"/>
        </a:spcBef>
        <a:spcAft>
          <a:spcPct val="50000"/>
        </a:spcAft>
        <a:buClr>
          <a:schemeClr val="accent1"/>
        </a:buClr>
        <a:buFont typeface="Arial" panose="020B0604020202020204" pitchFamily="34" charset="0"/>
        <a:buChar char="−"/>
        <a:defRPr lang="de-DE" sz="2000" b="0" i="0" kern="1200" smtClean="0">
          <a:solidFill>
            <a:schemeClr val="tx1"/>
          </a:solidFill>
          <a:latin typeface="Arial"/>
          <a:ea typeface="+mn-ea"/>
          <a:cs typeface="+mn-cs"/>
        </a:defRPr>
      </a:lvl4pPr>
      <a:lvl5pPr marL="2057400" indent="-228600" algn="l" defTabSz="914400" rtl="0" eaLnBrk="1" latinLnBrk="0" hangingPunct="1">
        <a:lnSpc>
          <a:spcPct val="95000"/>
        </a:lnSpc>
        <a:spcBef>
          <a:spcPts val="0"/>
        </a:spcBef>
        <a:spcAft>
          <a:spcPct val="50000"/>
        </a:spcAft>
        <a:buClr>
          <a:schemeClr val="tx1"/>
        </a:buClr>
        <a:buFontTx/>
        <a:buChar char="–"/>
        <a:defRPr lang="de-DE" sz="2000" b="0" i="0" kern="1200" dirty="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42">
          <p15:clr>
            <a:srgbClr val="F26B43"/>
          </p15:clr>
        </p15:guide>
        <p15:guide id="4" pos="143">
          <p15:clr>
            <a:srgbClr val="F26B43"/>
          </p15:clr>
        </p15:guide>
        <p15:guide id="5" pos="7536">
          <p15:clr>
            <a:srgbClr val="F26B43"/>
          </p15:clr>
        </p15:guide>
        <p15:guide id="10" orient="horz" pos="1275">
          <p15:clr>
            <a:srgbClr val="F26B43"/>
          </p15:clr>
        </p15:guide>
        <p15:guide id="11" orient="horz" pos="417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1.emf"/><Relationship Id="rId5" Type="http://schemas.openxmlformats.org/officeDocument/2006/relationships/oleObject" Target="../embeddings/oleObject9.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slideLayout" Target="../slideLayouts/slideLayout1.xml"/><Relationship Id="rId7" Type="http://schemas.openxmlformats.org/officeDocument/2006/relationships/chart" Target="../charts/chart3.xml"/><Relationship Id="rId12" Type="http://schemas.openxmlformats.org/officeDocument/2006/relationships/image" Target="../media/image12.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chart" Target="../charts/chart2.xml"/><Relationship Id="rId11" Type="http://schemas.openxmlformats.org/officeDocument/2006/relationships/chart" Target="../charts/chart5.xml"/><Relationship Id="rId5" Type="http://schemas.openxmlformats.org/officeDocument/2006/relationships/chart" Target="../charts/chart1.xml"/><Relationship Id="rId10" Type="http://schemas.openxmlformats.org/officeDocument/2006/relationships/chart" Target="../charts/chart4.xml"/><Relationship Id="rId4" Type="http://schemas.openxmlformats.org/officeDocument/2006/relationships/notesSlide" Target="../notesSlides/notesSlide2.xml"/><Relationship Id="rId9"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14.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13.emf"/><Relationship Id="rId5" Type="http://schemas.openxmlformats.org/officeDocument/2006/relationships/oleObject" Target="../embeddings/oleObject11.bin"/><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15.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13.emf"/><Relationship Id="rId5" Type="http://schemas.openxmlformats.org/officeDocument/2006/relationships/oleObject" Target="../embeddings/oleObject12.bin"/><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13.emf"/><Relationship Id="rId5" Type="http://schemas.openxmlformats.org/officeDocument/2006/relationships/oleObject" Target="../embeddings/oleObject13.bin"/><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a:extLst>
              <a:ext uri="{FF2B5EF4-FFF2-40B4-BE49-F238E27FC236}">
                <a16:creationId xmlns:a16="http://schemas.microsoft.com/office/drawing/2014/main" id="{8335AE5E-20EE-46BB-8691-8DE8FE54B337}"/>
              </a:ext>
            </a:extLst>
          </p:cNvPr>
          <p:cNvGraphicFramePr>
            <a:graphicFrameLocks noChangeAspect="1"/>
          </p:cNvGraphicFramePr>
          <p:nvPr>
            <p:custDataLst>
              <p:tags r:id="rId1"/>
            </p:custDataLst>
            <p:extLst>
              <p:ext uri="{D42A27DB-BD31-4B8C-83A1-F6EECF244321}">
                <p14:modId xmlns:p14="http://schemas.microsoft.com/office/powerpoint/2010/main" val="13998058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5" imgW="360" imgH="360" progId="TCLayout.ActiveDocument.1">
                  <p:embed/>
                </p:oleObj>
              </mc:Choice>
              <mc:Fallback>
                <p:oleObj name="think-cellスライド" r:id="rId5" imgW="360" imgH="360" progId="TCLayout.ActiveDocument.1">
                  <p:embed/>
                  <p:pic>
                    <p:nvPicPr>
                      <p:cNvPr id="3" name="对象 2" hidden="1">
                        <a:extLst>
                          <a:ext uri="{FF2B5EF4-FFF2-40B4-BE49-F238E27FC236}">
                            <a16:creationId xmlns:a16="http://schemas.microsoft.com/office/drawing/2014/main" id="{8335AE5E-20EE-46BB-8691-8DE8FE54B33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矩形 1" hidden="1">
            <a:extLst>
              <a:ext uri="{FF2B5EF4-FFF2-40B4-BE49-F238E27FC236}">
                <a16:creationId xmlns:a16="http://schemas.microsoft.com/office/drawing/2014/main" id="{086F5C95-017C-467F-9779-C8A9BBC000D8}"/>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en-US" altLang="zh-CN" sz="2800" b="1">
              <a:latin typeface="Arial" panose="020B0604020202020204" pitchFamily="34" charset="0"/>
              <a:ea typeface="+mj-ea"/>
              <a:cs typeface="+mj-cs"/>
              <a:sym typeface="Arial" panose="020B0604020202020204" pitchFamily="34" charset="0"/>
            </a:endParaRPr>
          </a:p>
        </p:txBody>
      </p:sp>
      <p:sp>
        <p:nvSpPr>
          <p:cNvPr id="11" name="Titel 10"/>
          <p:cNvSpPr>
            <a:spLocks noGrp="1"/>
          </p:cNvSpPr>
          <p:nvPr>
            <p:ph type="title"/>
          </p:nvPr>
        </p:nvSpPr>
        <p:spPr>
          <a:xfrm>
            <a:off x="432794" y="2839637"/>
            <a:ext cx="7275696" cy="2516134"/>
          </a:xfrm>
          <a:prstGeom prst="rect">
            <a:avLst/>
          </a:prstGeom>
        </p:spPr>
        <p:txBody>
          <a:bodyPr anchor="b"/>
          <a:lstStyle/>
          <a:p>
            <a:pPr eaLnBrk="0" hangingPunct="0">
              <a:lnSpc>
                <a:spcPct val="95000"/>
              </a:lnSpc>
            </a:pPr>
            <a:r>
              <a:rPr lang="en-US" sz="2800"/>
              <a:t>A-PMA</a:t>
            </a:r>
            <a:br>
              <a:rPr lang="en-US" sz="2800"/>
            </a:br>
            <a:r>
              <a:rPr lang="en-US" sz="2800"/>
              <a:t>TPU monthly meeting </a:t>
            </a:r>
            <a:br>
              <a:rPr lang="en-US" sz="2800">
                <a:cs typeface="Arial"/>
              </a:rPr>
            </a:br>
            <a:br>
              <a:rPr lang="en-US" sz="2800"/>
            </a:br>
            <a:endParaRPr lang="en-GB" sz="2000"/>
          </a:p>
        </p:txBody>
      </p:sp>
    </p:spTree>
    <p:extLst>
      <p:ext uri="{BB962C8B-B14F-4D97-AF65-F5344CB8AC3E}">
        <p14:creationId xmlns:p14="http://schemas.microsoft.com/office/powerpoint/2010/main" val="1747002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hart 43">
            <a:extLst>
              <a:ext uri="{FF2B5EF4-FFF2-40B4-BE49-F238E27FC236}">
                <a16:creationId xmlns:a16="http://schemas.microsoft.com/office/drawing/2014/main" id="{12981E45-C706-4BF8-8C59-CF4E4065A405}"/>
              </a:ext>
            </a:extLst>
          </p:cNvPr>
          <p:cNvGraphicFramePr>
            <a:graphicFrameLocks/>
          </p:cNvGraphicFramePr>
          <p:nvPr>
            <p:extLst>
              <p:ext uri="{D42A27DB-BD31-4B8C-83A1-F6EECF244321}">
                <p14:modId xmlns:p14="http://schemas.microsoft.com/office/powerpoint/2010/main" val="1679007862"/>
              </p:ext>
            </p:extLst>
          </p:nvPr>
        </p:nvGraphicFramePr>
        <p:xfrm>
          <a:off x="437819" y="1223116"/>
          <a:ext cx="1960848" cy="278890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3" name="Chart 43">
            <a:extLst>
              <a:ext uri="{FF2B5EF4-FFF2-40B4-BE49-F238E27FC236}">
                <a16:creationId xmlns:a16="http://schemas.microsoft.com/office/drawing/2014/main" id="{B3C582B6-45C7-4EC3-A6A2-503BF0C3CFB9}"/>
              </a:ext>
            </a:extLst>
          </p:cNvPr>
          <p:cNvGraphicFramePr>
            <a:graphicFrameLocks/>
          </p:cNvGraphicFramePr>
          <p:nvPr>
            <p:extLst>
              <p:ext uri="{D42A27DB-BD31-4B8C-83A1-F6EECF244321}">
                <p14:modId xmlns:p14="http://schemas.microsoft.com/office/powerpoint/2010/main" val="1847643591"/>
              </p:ext>
            </p:extLst>
          </p:nvPr>
        </p:nvGraphicFramePr>
        <p:xfrm>
          <a:off x="-324318" y="1225708"/>
          <a:ext cx="1954338" cy="278890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5" name="Chart 15">
            <a:extLst>
              <a:ext uri="{FF2B5EF4-FFF2-40B4-BE49-F238E27FC236}">
                <a16:creationId xmlns:a16="http://schemas.microsoft.com/office/drawing/2014/main" id="{20707C33-F74A-D760-A436-85088E932532}"/>
              </a:ext>
            </a:extLst>
          </p:cNvPr>
          <p:cNvGraphicFramePr>
            <a:graphicFrameLocks/>
          </p:cNvGraphicFramePr>
          <p:nvPr>
            <p:extLst>
              <p:ext uri="{D42A27DB-BD31-4B8C-83A1-F6EECF244321}">
                <p14:modId xmlns:p14="http://schemas.microsoft.com/office/powerpoint/2010/main" val="640850322"/>
              </p:ext>
            </p:extLst>
          </p:nvPr>
        </p:nvGraphicFramePr>
        <p:xfrm>
          <a:off x="1844250" y="1362505"/>
          <a:ext cx="2880320" cy="249627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 name="Objekt 6" hidden="1"/>
          <p:cNvGraphicFramePr>
            <a:graphicFrameLocks noChangeAspect="1"/>
          </p:cNvGraphicFramePr>
          <p:nvPr>
            <p:custDataLst>
              <p:tags r:id="rId1"/>
            </p:custDataLst>
            <p:extLst>
              <p:ext uri="{D42A27DB-BD31-4B8C-83A1-F6EECF244321}">
                <p14:modId xmlns:p14="http://schemas.microsoft.com/office/powerpoint/2010/main" val="1747566681"/>
              </p:ext>
            </p:extLst>
          </p:nvPr>
        </p:nvGraphicFramePr>
        <p:xfrm>
          <a:off x="794" y="1"/>
          <a:ext cx="158751" cy="158751"/>
        </p:xfrm>
        <a:graphic>
          <a:graphicData uri="http://schemas.openxmlformats.org/presentationml/2006/ole">
            <mc:AlternateContent xmlns:mc="http://schemas.openxmlformats.org/markup-compatibility/2006">
              <mc:Choice xmlns:v="urn:schemas-microsoft-com:vml" Requires="v">
                <p:oleObj name="think-cellスライド" r:id="rId8" imgW="270" imgH="270" progId="TCLayout.ActiveDocument.1">
                  <p:embed/>
                </p:oleObj>
              </mc:Choice>
              <mc:Fallback>
                <p:oleObj name="think-cellスライド" r:id="rId8" imgW="270" imgH="270" progId="TCLayout.ActiveDocument.1">
                  <p:embed/>
                  <p:pic>
                    <p:nvPicPr>
                      <p:cNvPr id="7" name="Objekt 6" hidden="1"/>
                      <p:cNvPicPr/>
                      <p:nvPr/>
                    </p:nvPicPr>
                    <p:blipFill>
                      <a:blip r:embed="rId9"/>
                      <a:stretch>
                        <a:fillRect/>
                      </a:stretch>
                    </p:blipFill>
                    <p:spPr>
                      <a:xfrm>
                        <a:off x="794" y="1"/>
                        <a:ext cx="158751" cy="158751"/>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FDDFEC9-451E-43D0-94DD-C1B53C2BB089}"/>
              </a:ext>
            </a:extLst>
          </p:cNvPr>
          <p:cNvSpPr/>
          <p:nvPr>
            <p:custDataLst>
              <p:tags r:id="rId2"/>
            </p:custDataLst>
          </p:nvPr>
        </p:nvSpPr>
        <p:spPr>
          <a:xfrm>
            <a:off x="0" y="0"/>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en-US" sz="3200" b="1">
              <a:latin typeface="Arial" panose="020B0604020202020204" pitchFamily="34" charset="0"/>
              <a:ea typeface="黑体" panose="02010609060101010101" pitchFamily="49" charset="-122"/>
              <a:cs typeface="Segoe UI" panose="020B0502040204020203" pitchFamily="34" charset="0"/>
              <a:sym typeface="Arial" panose="020B0604020202020204" pitchFamily="34" charset="0"/>
            </a:endParaRPr>
          </a:p>
        </p:txBody>
      </p:sp>
      <p:sp>
        <p:nvSpPr>
          <p:cNvPr id="4" name="Titel 3"/>
          <p:cNvSpPr>
            <a:spLocks noGrp="1"/>
          </p:cNvSpPr>
          <p:nvPr>
            <p:ph type="title"/>
          </p:nvPr>
        </p:nvSpPr>
        <p:spPr>
          <a:xfrm>
            <a:off x="218336" y="310371"/>
            <a:ext cx="11737913" cy="521664"/>
          </a:xfrm>
        </p:spPr>
        <p:txBody>
          <a:bodyPr vert="horz"/>
          <a:lstStyle/>
          <a:p>
            <a:r>
              <a:rPr lang="en-US" sz="3200" dirty="0">
                <a:solidFill>
                  <a:srgbClr val="002060"/>
                </a:solidFill>
                <a:cs typeface="Segoe UI"/>
              </a:rPr>
              <a:t>TPU/</a:t>
            </a:r>
            <a:r>
              <a:rPr lang="en-US" sz="3200" dirty="0" err="1">
                <a:solidFill>
                  <a:srgbClr val="002060"/>
                </a:solidFill>
                <a:cs typeface="Segoe UI"/>
              </a:rPr>
              <a:t>eTPU</a:t>
            </a:r>
            <a:r>
              <a:rPr lang="en-US" sz="3200" dirty="0">
                <a:solidFill>
                  <a:srgbClr val="002060"/>
                </a:solidFill>
                <a:cs typeface="Segoe UI"/>
              </a:rPr>
              <a:t>:</a:t>
            </a:r>
            <a:r>
              <a:rPr lang="en-US" sz="3200" dirty="0">
                <a:cs typeface="Segoe UI"/>
              </a:rPr>
              <a:t> Operations Sep</a:t>
            </a:r>
            <a:r>
              <a:rPr lang="en-US" sz="3200" dirty="0">
                <a:ea typeface="黑体"/>
                <a:cs typeface="Segoe UI"/>
              </a:rPr>
              <a:t> </a:t>
            </a:r>
            <a:r>
              <a:rPr lang="en-US" sz="3200" dirty="0">
                <a:cs typeface="Segoe UI"/>
              </a:rPr>
              <a:t>20</a:t>
            </a:r>
            <a:r>
              <a:rPr lang="en-US" altLang="zh-CN" sz="3200" dirty="0">
                <a:ea typeface="黑体"/>
                <a:cs typeface="Segoe UI"/>
              </a:rPr>
              <a:t>26</a:t>
            </a:r>
            <a:endParaRPr lang="de-DE" dirty="0">
              <a:ea typeface="黑体"/>
              <a:cs typeface="Segoe UI"/>
            </a:endParaRPr>
          </a:p>
        </p:txBody>
      </p:sp>
      <p:sp>
        <p:nvSpPr>
          <p:cNvPr id="18" name="TextBox 17">
            <a:extLst>
              <a:ext uri="{FF2B5EF4-FFF2-40B4-BE49-F238E27FC236}">
                <a16:creationId xmlns:a16="http://schemas.microsoft.com/office/drawing/2014/main" id="{8A632FA2-EFCE-4F62-BED7-D880C2B60598}"/>
              </a:ext>
            </a:extLst>
          </p:cNvPr>
          <p:cNvSpPr txBox="1"/>
          <p:nvPr/>
        </p:nvSpPr>
        <p:spPr>
          <a:xfrm>
            <a:off x="235509" y="924459"/>
            <a:ext cx="1260281" cy="379656"/>
          </a:xfrm>
          <a:prstGeom prst="rect">
            <a:avLst/>
          </a:prstGeom>
          <a:noFill/>
        </p:spPr>
        <p:txBody>
          <a:bodyPr wrap="none" rtlCol="0">
            <a:spAutoFit/>
          </a:bodyPr>
          <a:lstStyle/>
          <a:p>
            <a:r>
              <a:rPr lang="en-US" sz="1867" b="1" dirty="0">
                <a:solidFill>
                  <a:schemeClr val="accent1"/>
                </a:solidFill>
                <a:latin typeface="+mj-lt"/>
                <a:ea typeface="+mj-ea"/>
                <a:cs typeface="Segoe UI" panose="020B0502040204020203" pitchFamily="34" charset="0"/>
              </a:rPr>
              <a:t>Shanghai</a:t>
            </a:r>
          </a:p>
        </p:txBody>
      </p:sp>
      <p:sp>
        <p:nvSpPr>
          <p:cNvPr id="26" name="TextBox 35">
            <a:extLst>
              <a:ext uri="{FF2B5EF4-FFF2-40B4-BE49-F238E27FC236}">
                <a16:creationId xmlns:a16="http://schemas.microsoft.com/office/drawing/2014/main" id="{94807C66-1235-4363-AF44-FA4A76A5EB07}"/>
              </a:ext>
            </a:extLst>
          </p:cNvPr>
          <p:cNvSpPr txBox="1"/>
          <p:nvPr/>
        </p:nvSpPr>
        <p:spPr>
          <a:xfrm>
            <a:off x="4155185" y="1590360"/>
            <a:ext cx="557456" cy="25654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B050"/>
                </a:solidFill>
                <a:effectLst/>
                <a:uLnTx/>
                <a:uFillTx/>
                <a:latin typeface="Arial"/>
                <a:ea typeface="+mn-ea"/>
                <a:cs typeface="+mn-cs"/>
              </a:rPr>
              <a:t>PAC</a:t>
            </a:r>
          </a:p>
        </p:txBody>
      </p:sp>
      <p:graphicFrame>
        <p:nvGraphicFramePr>
          <p:cNvPr id="25" name="Chart 43">
            <a:extLst>
              <a:ext uri="{FF2B5EF4-FFF2-40B4-BE49-F238E27FC236}">
                <a16:creationId xmlns:a16="http://schemas.microsoft.com/office/drawing/2014/main" id="{C849B6D9-3254-47D9-A935-476666C3B685}"/>
              </a:ext>
            </a:extLst>
          </p:cNvPr>
          <p:cNvGraphicFramePr>
            <a:graphicFrameLocks/>
          </p:cNvGraphicFramePr>
          <p:nvPr>
            <p:extLst>
              <p:ext uri="{D42A27DB-BD31-4B8C-83A1-F6EECF244321}">
                <p14:modId xmlns:p14="http://schemas.microsoft.com/office/powerpoint/2010/main" val="941626332"/>
              </p:ext>
            </p:extLst>
          </p:nvPr>
        </p:nvGraphicFramePr>
        <p:xfrm>
          <a:off x="454654" y="4052772"/>
          <a:ext cx="1954338" cy="2788907"/>
        </p:xfrm>
        <a:graphic>
          <a:graphicData uri="http://schemas.openxmlformats.org/drawingml/2006/chart">
            <c:chart xmlns:c="http://schemas.openxmlformats.org/drawingml/2006/chart" xmlns:r="http://schemas.openxmlformats.org/officeDocument/2006/relationships" r:id="rId10"/>
          </a:graphicData>
        </a:graphic>
      </p:graphicFrame>
      <p:sp>
        <p:nvSpPr>
          <p:cNvPr id="27" name="TextBox 26">
            <a:extLst>
              <a:ext uri="{FF2B5EF4-FFF2-40B4-BE49-F238E27FC236}">
                <a16:creationId xmlns:a16="http://schemas.microsoft.com/office/drawing/2014/main" id="{1B51E0F1-683B-4E01-829E-3D5DA750E545}"/>
              </a:ext>
            </a:extLst>
          </p:cNvPr>
          <p:cNvSpPr txBox="1"/>
          <p:nvPr/>
        </p:nvSpPr>
        <p:spPr>
          <a:xfrm>
            <a:off x="1100995" y="6357801"/>
            <a:ext cx="649537" cy="37965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67" b="1" i="0" u="none" strike="noStrike" kern="1200" cap="none" spc="0" normalizeH="0" baseline="0" noProof="0">
                <a:ln>
                  <a:noFill/>
                </a:ln>
                <a:solidFill>
                  <a:prstClr val="white">
                    <a:lumMod val="75000"/>
                  </a:prstClr>
                </a:solidFill>
                <a:effectLst/>
                <a:uLnTx/>
                <a:uFillTx/>
                <a:latin typeface="Arial" panose="020B0604020202020204"/>
                <a:ea typeface="+mn-ea"/>
                <a:cs typeface="+mn-cs"/>
              </a:rPr>
              <a:t>FHF</a:t>
            </a:r>
            <a:endParaRPr kumimoji="0" lang="en-US" sz="1867" b="1" i="0" u="none" strike="noStrike" kern="1200" cap="none" spc="0" normalizeH="0" baseline="0" noProof="0">
              <a:ln>
                <a:noFill/>
              </a:ln>
              <a:solidFill>
                <a:prstClr val="white">
                  <a:lumMod val="75000"/>
                </a:prstClr>
              </a:solidFill>
              <a:effectLst/>
              <a:uLnTx/>
              <a:uFillTx/>
              <a:latin typeface="Arial" panose="020B0604020202020204"/>
              <a:ea typeface="+mn-ea"/>
              <a:cs typeface="+mn-cs"/>
            </a:endParaRPr>
          </a:p>
        </p:txBody>
      </p:sp>
      <p:graphicFrame>
        <p:nvGraphicFramePr>
          <p:cNvPr id="28" name="Chart 27">
            <a:extLst>
              <a:ext uri="{FF2B5EF4-FFF2-40B4-BE49-F238E27FC236}">
                <a16:creationId xmlns:a16="http://schemas.microsoft.com/office/drawing/2014/main" id="{D6BDFC9E-623E-4FCA-88F3-607067E29345}"/>
              </a:ext>
            </a:extLst>
          </p:cNvPr>
          <p:cNvGraphicFramePr>
            <a:graphicFrameLocks/>
          </p:cNvGraphicFramePr>
          <p:nvPr>
            <p:extLst>
              <p:ext uri="{D42A27DB-BD31-4B8C-83A1-F6EECF244321}">
                <p14:modId xmlns:p14="http://schemas.microsoft.com/office/powerpoint/2010/main" val="1189686746"/>
              </p:ext>
            </p:extLst>
          </p:nvPr>
        </p:nvGraphicFramePr>
        <p:xfrm>
          <a:off x="1844250" y="4183266"/>
          <a:ext cx="2880320" cy="2496277"/>
        </p:xfrm>
        <a:graphic>
          <a:graphicData uri="http://schemas.openxmlformats.org/drawingml/2006/chart">
            <c:chart xmlns:c="http://schemas.openxmlformats.org/drawingml/2006/chart" xmlns:r="http://schemas.openxmlformats.org/officeDocument/2006/relationships" r:id="rId11"/>
          </a:graphicData>
        </a:graphic>
      </p:graphicFrame>
      <p:sp>
        <p:nvSpPr>
          <p:cNvPr id="29" name="TextBox 35">
            <a:extLst>
              <a:ext uri="{FF2B5EF4-FFF2-40B4-BE49-F238E27FC236}">
                <a16:creationId xmlns:a16="http://schemas.microsoft.com/office/drawing/2014/main" id="{5B7957B5-E948-4BE0-B2E2-F60CB0256C95}"/>
              </a:ext>
            </a:extLst>
          </p:cNvPr>
          <p:cNvSpPr txBox="1"/>
          <p:nvPr/>
        </p:nvSpPr>
        <p:spPr>
          <a:xfrm>
            <a:off x="4194660" y="4195959"/>
            <a:ext cx="557456" cy="25654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B050"/>
                </a:solidFill>
                <a:effectLst/>
                <a:uLnTx/>
                <a:uFillTx/>
                <a:latin typeface="Arial"/>
                <a:ea typeface="+mn-ea"/>
                <a:cs typeface="+mn-cs"/>
              </a:rPr>
              <a:t>PAC</a:t>
            </a:r>
          </a:p>
        </p:txBody>
      </p:sp>
      <p:pic>
        <p:nvPicPr>
          <p:cNvPr id="30" name="Picture 9">
            <a:extLst>
              <a:ext uri="{FF2B5EF4-FFF2-40B4-BE49-F238E27FC236}">
                <a16:creationId xmlns:a16="http://schemas.microsoft.com/office/drawing/2014/main" id="{D7A98810-086D-4260-9103-4F126178772F}"/>
              </a:ext>
            </a:extLst>
          </p:cNvPr>
          <p:cNvPicPr/>
          <p:nvPr/>
        </p:nvPicPr>
        <p:blipFill>
          <a:blip r:embed="rId12"/>
          <a:stretch>
            <a:fillRect/>
          </a:stretch>
        </p:blipFill>
        <p:spPr>
          <a:xfrm>
            <a:off x="3078660" y="3956348"/>
            <a:ext cx="1394728" cy="205740"/>
          </a:xfrm>
          <a:prstGeom prst="rect">
            <a:avLst/>
          </a:prstGeom>
        </p:spPr>
      </p:pic>
      <p:sp>
        <p:nvSpPr>
          <p:cNvPr id="31" name="TextBox 30">
            <a:extLst>
              <a:ext uri="{FF2B5EF4-FFF2-40B4-BE49-F238E27FC236}">
                <a16:creationId xmlns:a16="http://schemas.microsoft.com/office/drawing/2014/main" id="{BBF4ED71-6DAE-4A22-BB59-27C17336EDEF}"/>
              </a:ext>
            </a:extLst>
          </p:cNvPr>
          <p:cNvSpPr txBox="1"/>
          <p:nvPr/>
        </p:nvSpPr>
        <p:spPr>
          <a:xfrm>
            <a:off x="4417997" y="3918960"/>
            <a:ext cx="391454" cy="276999"/>
          </a:xfrm>
          <a:prstGeom prst="rect">
            <a:avLst/>
          </a:prstGeom>
          <a:noFill/>
        </p:spPr>
        <p:txBody>
          <a:bodyPr wrap="none" rtlCol="0">
            <a:spAutoFit/>
          </a:bodyPr>
          <a:lstStyle/>
          <a:p>
            <a:r>
              <a:rPr lang="en-US" sz="1200"/>
              <a:t>[kt]</a:t>
            </a:r>
          </a:p>
        </p:txBody>
      </p:sp>
      <p:sp>
        <p:nvSpPr>
          <p:cNvPr id="3" name="Textplatzhalter 31">
            <a:extLst>
              <a:ext uri="{FF2B5EF4-FFF2-40B4-BE49-F238E27FC236}">
                <a16:creationId xmlns:a16="http://schemas.microsoft.com/office/drawing/2014/main" id="{0B0C52F3-D8F6-A7E1-9322-89950D1F0332}"/>
              </a:ext>
            </a:extLst>
          </p:cNvPr>
          <p:cNvSpPr txBox="1">
            <a:spLocks/>
          </p:cNvSpPr>
          <p:nvPr/>
        </p:nvSpPr>
        <p:spPr>
          <a:xfrm>
            <a:off x="5143056" y="1386784"/>
            <a:ext cx="6395801" cy="5250477"/>
          </a:xfrm>
          <a:prstGeom prst="rect">
            <a:avLst/>
          </a:prstGeom>
          <a:ln>
            <a:noFill/>
          </a:ln>
        </p:spPr>
        <p:txBody>
          <a:bodyPr vert="horz" lIns="0" tIns="0" rIns="0" bIns="0" rtlCol="0" anchor="t">
            <a:noAutofit/>
          </a:bodyPr>
          <a:lstStyle>
            <a:lvl1pPr marL="342900" indent="-342900" algn="l" defTabSz="914400" rtl="0" eaLnBrk="1" latinLnBrk="0" hangingPunct="1">
              <a:lnSpc>
                <a:spcPct val="110000"/>
              </a:lnSpc>
              <a:spcBef>
                <a:spcPts val="0"/>
              </a:spcBef>
              <a:spcAft>
                <a:spcPts val="0"/>
              </a:spcAft>
              <a:buClr>
                <a:schemeClr val="accent1"/>
              </a:buClr>
              <a:buFont typeface="Wingdings" panose="05000000000000000000" pitchFamily="2" charset="2"/>
              <a:buChar char="n"/>
              <a:defRPr lang="de-DE" sz="2000" b="0" i="0" kern="1200" smtClean="0">
                <a:solidFill>
                  <a:schemeClr val="tx1"/>
                </a:solidFill>
                <a:latin typeface="Arial"/>
                <a:ea typeface="+mn-ea"/>
                <a:cs typeface="+mn-cs"/>
              </a:defRPr>
            </a:lvl1pPr>
            <a:lvl2pPr marL="719138" indent="-361950" algn="l" defTabSz="914400" rtl="0" eaLnBrk="1" latinLnBrk="0" hangingPunct="1">
              <a:lnSpc>
                <a:spcPct val="110000"/>
              </a:lnSpc>
              <a:spcBef>
                <a:spcPts val="600"/>
              </a:spcBef>
              <a:spcAft>
                <a:spcPts val="0"/>
              </a:spcAft>
              <a:buClr>
                <a:schemeClr val="accent1"/>
              </a:buClr>
              <a:buFont typeface="Wingdings 3" panose="05040102010807070707" pitchFamily="18" charset="2"/>
              <a:buChar char=""/>
              <a:defRPr lang="de-DE" sz="2000" b="0" i="0" kern="1200" smtClean="0">
                <a:solidFill>
                  <a:schemeClr val="tx1"/>
                </a:solidFill>
                <a:latin typeface="Arial"/>
                <a:ea typeface="+mn-ea"/>
                <a:cs typeface="+mn-cs"/>
              </a:defRPr>
            </a:lvl2pPr>
            <a:lvl3pPr marL="1074738" indent="-355600" algn="l" defTabSz="914400" rtl="0" eaLnBrk="1" latinLnBrk="0" hangingPunct="1">
              <a:lnSpc>
                <a:spcPct val="110000"/>
              </a:lnSpc>
              <a:spcBef>
                <a:spcPts val="300"/>
              </a:spcBef>
              <a:spcAft>
                <a:spcPts val="0"/>
              </a:spcAft>
              <a:buClr>
                <a:schemeClr val="accent1"/>
              </a:buClr>
              <a:buFont typeface="Arial" panose="020B0604020202020204" pitchFamily="34" charset="0"/>
              <a:buChar char="●"/>
              <a:tabLst/>
              <a:defRPr lang="de-DE" sz="2000" b="0" i="0" kern="1200" smtClean="0">
                <a:solidFill>
                  <a:schemeClr val="tx1"/>
                </a:solidFill>
                <a:latin typeface="Arial"/>
                <a:ea typeface="+mn-ea"/>
                <a:cs typeface="+mn-cs"/>
              </a:defRPr>
            </a:lvl3pPr>
            <a:lvl4pPr marL="1436688" indent="-361950" algn="l" defTabSz="914400" rtl="0" eaLnBrk="1" latinLnBrk="0" hangingPunct="1">
              <a:lnSpc>
                <a:spcPct val="110000"/>
              </a:lnSpc>
              <a:spcBef>
                <a:spcPts val="0"/>
              </a:spcBef>
              <a:spcAft>
                <a:spcPct val="50000"/>
              </a:spcAft>
              <a:buClr>
                <a:schemeClr val="accent1"/>
              </a:buClr>
              <a:buFont typeface="Arial" panose="020B0604020202020204" pitchFamily="34" charset="0"/>
              <a:buChar char="−"/>
              <a:defRPr lang="de-DE" sz="2000" b="0" i="0" kern="1200" smtClean="0">
                <a:solidFill>
                  <a:schemeClr val="tx1"/>
                </a:solidFill>
                <a:latin typeface="Arial"/>
                <a:ea typeface="+mn-ea"/>
                <a:cs typeface="+mn-cs"/>
              </a:defRPr>
            </a:lvl4pPr>
            <a:lvl5pPr marL="2057400" indent="-228600" algn="l" defTabSz="914400" rtl="0" eaLnBrk="1" latinLnBrk="0" hangingPunct="1">
              <a:lnSpc>
                <a:spcPct val="95000"/>
              </a:lnSpc>
              <a:spcBef>
                <a:spcPts val="0"/>
              </a:spcBef>
              <a:spcAft>
                <a:spcPct val="50000"/>
              </a:spcAft>
              <a:buClr>
                <a:schemeClr val="tx1"/>
              </a:buClr>
              <a:buFontTx/>
              <a:buChar char="–"/>
              <a:defRPr lang="de-DE" sz="2000" b="0" i="0" kern="1200" dirty="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450"/>
              </a:spcAft>
              <a:buClr>
                <a:schemeClr val="tx2"/>
              </a:buClr>
            </a:pPr>
            <a:r>
              <a:rPr lang="en-US" altLang="zh-CN" sz="1400" dirty="0">
                <a:solidFill>
                  <a:srgbClr val="000000"/>
                </a:solidFill>
                <a:ea typeface="黑体"/>
              </a:rPr>
              <a:t>QEHS</a:t>
            </a:r>
          </a:p>
          <a:p>
            <a:pPr marL="0" indent="0">
              <a:spcAft>
                <a:spcPts val="450"/>
              </a:spcAft>
              <a:buClr>
                <a:schemeClr val="tx2"/>
              </a:buClr>
              <a:buNone/>
            </a:pPr>
            <a:r>
              <a:rPr lang="zh-CN" altLang="zh-CN" sz="1200" i="0" dirty="0">
                <a:solidFill>
                  <a:srgbClr val="107C10"/>
                </a:solidFill>
                <a:effectLst/>
                <a:latin typeface="+mj-lt"/>
              </a:rPr>
              <a:t>+ Highlights</a:t>
            </a:r>
            <a:r>
              <a:rPr lang="en-US" altLang="zh-CN" sz="1200" i="0" dirty="0">
                <a:solidFill>
                  <a:srgbClr val="107C10"/>
                </a:solidFill>
                <a:effectLst/>
                <a:latin typeface="+mj-lt"/>
              </a:rPr>
              <a:t>:</a:t>
            </a:r>
          </a:p>
          <a:p>
            <a:pPr marL="0" indent="0">
              <a:spcAft>
                <a:spcPts val="450"/>
              </a:spcAft>
              <a:buClr>
                <a:schemeClr val="tx2"/>
              </a:buClr>
              <a:buNone/>
            </a:pPr>
            <a:r>
              <a:rPr lang="en-US" altLang="zh-CN" sz="1200" b="1" kern="0" dirty="0">
                <a:solidFill>
                  <a:srgbClr val="0070C0"/>
                </a:solidFill>
                <a:ea typeface="黑体"/>
                <a:cs typeface="Arial"/>
              </a:rPr>
              <a:t>o</a:t>
            </a:r>
            <a:r>
              <a:rPr lang="en-US" altLang="zh-CN" sz="1200" b="1" kern="0" dirty="0">
                <a:solidFill>
                  <a:srgbClr val="009900"/>
                </a:solidFill>
                <a:ea typeface="黑体"/>
                <a:cs typeface="Arial"/>
              </a:rPr>
              <a:t>  </a:t>
            </a:r>
            <a:r>
              <a:rPr lang="en-US" altLang="zh-CN" sz="1200" kern="0" dirty="0">
                <a:ea typeface="黑体"/>
                <a:cs typeface="Arial"/>
              </a:rPr>
              <a:t>0 Y1 NCM and 0 incident, 1 Y6 NCM for C85A15HPM transparency inhomogeneous</a:t>
            </a:r>
          </a:p>
          <a:p>
            <a:pPr marL="0" indent="0">
              <a:spcAft>
                <a:spcPts val="450"/>
              </a:spcAft>
              <a:buClr>
                <a:schemeClr val="tx2"/>
              </a:buClr>
              <a:buNone/>
            </a:pPr>
            <a:r>
              <a:rPr lang="en-US" altLang="zh-CN" sz="1200" b="1" kern="0" dirty="0">
                <a:solidFill>
                  <a:srgbClr val="0070C0"/>
                </a:solidFill>
                <a:ea typeface="黑体"/>
                <a:cs typeface="Arial"/>
              </a:rPr>
              <a:t>o</a:t>
            </a:r>
            <a:r>
              <a:rPr lang="en-US" altLang="zh-CN" sz="1200" b="1" dirty="0">
                <a:solidFill>
                  <a:srgbClr val="FF0000"/>
                </a:solidFill>
                <a:ea typeface="黑体"/>
              </a:rPr>
              <a:t>  </a:t>
            </a:r>
            <a:r>
              <a:rPr lang="en-US" altLang="zh-CN" sz="1200" dirty="0">
                <a:ea typeface="黑体"/>
                <a:cs typeface="Arial"/>
              </a:rPr>
              <a:t>Monthly waste ratio was 1.5%,</a:t>
            </a:r>
            <a:r>
              <a:rPr lang="zh-CN" altLang="en-US" sz="1200" dirty="0">
                <a:ea typeface="黑体"/>
                <a:cs typeface="Arial"/>
              </a:rPr>
              <a:t> </a:t>
            </a:r>
            <a:r>
              <a:rPr lang="en-US" altLang="zh-CN" sz="1200" dirty="0">
                <a:ea typeface="黑体"/>
                <a:cs typeface="Arial"/>
              </a:rPr>
              <a:t>recycle granule 1.5%, FP</a:t>
            </a:r>
            <a:r>
              <a:rPr lang="en-US" altLang="zh-TW" sz="1200" dirty="0">
                <a:ea typeface="黑体"/>
                <a:cs typeface="Arial"/>
              </a:rPr>
              <a:t>R</a:t>
            </a:r>
            <a:r>
              <a:rPr lang="en-US" altLang="zh-CN" sz="1200" dirty="0">
                <a:ea typeface="黑体"/>
                <a:cs typeface="Arial"/>
              </a:rPr>
              <a:t> 99.7%</a:t>
            </a:r>
          </a:p>
          <a:p>
            <a:pPr marL="0" indent="0">
              <a:spcAft>
                <a:spcPts val="450"/>
              </a:spcAft>
              <a:buClr>
                <a:schemeClr val="tx2"/>
              </a:buClr>
              <a:buNone/>
            </a:pPr>
            <a:r>
              <a:rPr lang="en-US" altLang="zh-CN" sz="1200" b="1" kern="0" dirty="0">
                <a:solidFill>
                  <a:srgbClr val="0070C0"/>
                </a:solidFill>
                <a:ea typeface="黑体"/>
                <a:cs typeface="Arial"/>
              </a:rPr>
              <a:t>o</a:t>
            </a:r>
            <a:r>
              <a:rPr lang="en-US" altLang="zh-CN" sz="1200" b="1" kern="0" dirty="0">
                <a:solidFill>
                  <a:srgbClr val="009900"/>
                </a:solidFill>
                <a:ea typeface="黑体"/>
                <a:cs typeface="Arial"/>
              </a:rPr>
              <a:t>  </a:t>
            </a:r>
            <a:r>
              <a:rPr lang="en-US" altLang="zh-CN" sz="1200" kern="0" dirty="0" err="1">
                <a:ea typeface="黑体"/>
                <a:cs typeface="Arial"/>
              </a:rPr>
              <a:t>Bluesign</a:t>
            </a:r>
            <a:r>
              <a:rPr lang="en-US" altLang="zh-CN" sz="1200" kern="0" dirty="0">
                <a:ea typeface="黑体"/>
                <a:cs typeface="Arial"/>
              </a:rPr>
              <a:t> on-site audit completed</a:t>
            </a:r>
          </a:p>
          <a:p>
            <a:pPr>
              <a:spcAft>
                <a:spcPts val="450"/>
              </a:spcAft>
              <a:buClr>
                <a:schemeClr val="tx2"/>
              </a:buClr>
            </a:pPr>
            <a:r>
              <a:rPr lang="en-US" altLang="zh-CN" sz="1400" dirty="0">
                <a:solidFill>
                  <a:srgbClr val="000000"/>
                </a:solidFill>
                <a:ea typeface="黑体"/>
              </a:rPr>
              <a:t>Supply and Capacity</a:t>
            </a:r>
          </a:p>
          <a:p>
            <a:pPr marL="0" indent="0">
              <a:spcAft>
                <a:spcPts val="450"/>
              </a:spcAft>
              <a:buClr>
                <a:schemeClr val="tx2"/>
              </a:buClr>
              <a:buNone/>
            </a:pPr>
            <a:r>
              <a:rPr lang="zh-CN" altLang="zh-CN" sz="1200" dirty="0">
                <a:solidFill>
                  <a:srgbClr val="107C10"/>
                </a:solidFill>
              </a:rPr>
              <a:t>+ Highlights</a:t>
            </a:r>
            <a:r>
              <a:rPr lang="en-US" altLang="zh-CN" sz="1200" dirty="0">
                <a:solidFill>
                  <a:srgbClr val="107C10"/>
                </a:solidFill>
              </a:rPr>
              <a:t>:</a:t>
            </a:r>
          </a:p>
          <a:p>
            <a:pPr marL="0" indent="0">
              <a:spcAft>
                <a:spcPts val="450"/>
              </a:spcAft>
              <a:buClr>
                <a:schemeClr val="tx2"/>
              </a:buClr>
              <a:buNone/>
            </a:pPr>
            <a:r>
              <a:rPr lang="en-US" altLang="zh-CN" sz="1200" b="1" kern="0" dirty="0">
                <a:solidFill>
                  <a:srgbClr val="0070C0"/>
                </a:solidFill>
                <a:ea typeface="黑体"/>
                <a:cs typeface="Arial"/>
              </a:rPr>
              <a:t>o</a:t>
            </a:r>
            <a:r>
              <a:rPr lang="en-US" altLang="zh-CN" sz="1200" b="1" kern="0" dirty="0">
                <a:solidFill>
                  <a:srgbClr val="009900"/>
                </a:solidFill>
                <a:ea typeface="黑体"/>
                <a:cs typeface="Arial"/>
              </a:rPr>
              <a:t> </a:t>
            </a:r>
            <a:r>
              <a:rPr lang="en-US" altLang="zh-CN" sz="1200" dirty="0">
                <a:ea typeface="黑体"/>
                <a:cs typeface="Arial"/>
              </a:rPr>
              <a:t> </a:t>
            </a:r>
            <a:r>
              <a:rPr lang="en-US" altLang="zh-CN" sz="1200" dirty="0">
                <a:solidFill>
                  <a:srgbClr val="000000"/>
                </a:solidFill>
                <a:ea typeface="黑体"/>
              </a:rPr>
              <a:t>Output for Aug. is 1,965tons, p</a:t>
            </a:r>
            <a:r>
              <a:rPr lang="en-US" altLang="zh-CN" sz="1200" kern="0" dirty="0">
                <a:solidFill>
                  <a:srgbClr val="000000"/>
                </a:solidFill>
                <a:ea typeface="黑体"/>
                <a:cs typeface="Arial"/>
              </a:rPr>
              <a:t>lan</a:t>
            </a:r>
            <a:r>
              <a:rPr lang="en-US" altLang="zh-CN" sz="1200" dirty="0">
                <a:solidFill>
                  <a:srgbClr val="000000"/>
                </a:solidFill>
                <a:ea typeface="黑体"/>
              </a:rPr>
              <a:t> of Sep is 2,127t TPU +120t </a:t>
            </a:r>
            <a:r>
              <a:rPr lang="en-US" altLang="zh-CN" sz="1200" dirty="0" err="1">
                <a:solidFill>
                  <a:srgbClr val="000000"/>
                </a:solidFill>
                <a:ea typeface="黑体"/>
              </a:rPr>
              <a:t>ecovio</a:t>
            </a:r>
            <a:endParaRPr lang="en-US" altLang="zh-CN" sz="1200" dirty="0">
              <a:solidFill>
                <a:srgbClr val="000000"/>
              </a:solidFill>
              <a:ea typeface="黑体"/>
            </a:endParaRPr>
          </a:p>
          <a:p>
            <a:pPr marL="0" indent="0">
              <a:spcBef>
                <a:spcPts val="200"/>
              </a:spcBef>
              <a:spcAft>
                <a:spcPts val="200"/>
              </a:spcAft>
              <a:buClr>
                <a:schemeClr val="bg1"/>
              </a:buClr>
              <a:buSzPct val="55000"/>
              <a:buNone/>
              <a:defRPr/>
            </a:pPr>
            <a:r>
              <a:rPr lang="en-US" altLang="zh-CN" sz="1200" b="1" kern="0" dirty="0">
                <a:solidFill>
                  <a:srgbClr val="0070C0"/>
                </a:solidFill>
                <a:ea typeface="黑体"/>
                <a:cs typeface="Arial"/>
              </a:rPr>
              <a:t>o </a:t>
            </a:r>
            <a:r>
              <a:rPr lang="en-US" altLang="zh-CN" sz="1200" kern="0" dirty="0" err="1">
                <a:ea typeface="黑体"/>
                <a:cs typeface="Arial"/>
              </a:rPr>
              <a:t>SLiac</a:t>
            </a:r>
            <a:r>
              <a:rPr lang="en-US" altLang="zh-CN" sz="1200" kern="0" dirty="0">
                <a:ea typeface="黑体"/>
                <a:cs typeface="Arial"/>
              </a:rPr>
              <a:t> = 9.9%, </a:t>
            </a:r>
            <a:r>
              <a:rPr lang="en-US" altLang="zh-CN" sz="1200" kern="0" dirty="0" err="1">
                <a:ea typeface="黑体"/>
                <a:cs typeface="Arial"/>
              </a:rPr>
              <a:t>SLoac</a:t>
            </a:r>
            <a:r>
              <a:rPr lang="en-US" altLang="zh-CN" sz="1200" kern="0" dirty="0">
                <a:ea typeface="黑体"/>
                <a:cs typeface="Arial"/>
              </a:rPr>
              <a:t> = 2.4% due to FHF waiting for ZP9118 from BELT1</a:t>
            </a:r>
          </a:p>
          <a:p>
            <a:pPr marL="0" indent="0">
              <a:spcBef>
                <a:spcPts val="200"/>
              </a:spcBef>
              <a:spcAft>
                <a:spcPts val="200"/>
              </a:spcAft>
              <a:buClr>
                <a:schemeClr val="bg1"/>
              </a:buClr>
              <a:buSzPct val="55000"/>
              <a:buNone/>
              <a:defRPr/>
            </a:pPr>
            <a:r>
              <a:rPr lang="zh-CN" altLang="zh-CN" sz="1200" i="0" dirty="0">
                <a:solidFill>
                  <a:srgbClr val="D13438"/>
                </a:solidFill>
                <a:effectLst/>
                <a:latin typeface="+mj-lt"/>
              </a:rPr>
              <a:t>- Lowlights</a:t>
            </a:r>
            <a:r>
              <a:rPr lang="en-US" altLang="zh-CN" sz="1200" dirty="0">
                <a:solidFill>
                  <a:srgbClr val="D13438"/>
                </a:solidFill>
                <a:latin typeface="+mj-lt"/>
              </a:rPr>
              <a:t>:</a:t>
            </a:r>
            <a:endParaRPr lang="en-US" altLang="zh-CN" sz="1200" kern="0" dirty="0">
              <a:solidFill>
                <a:srgbClr val="FF0000"/>
              </a:solidFill>
              <a:latin typeface="+mj-lt"/>
              <a:ea typeface="黑体"/>
              <a:cs typeface="Arial"/>
            </a:endParaRPr>
          </a:p>
          <a:p>
            <a:pPr marL="0" indent="0">
              <a:spcBef>
                <a:spcPts val="200"/>
              </a:spcBef>
              <a:spcAft>
                <a:spcPts val="200"/>
              </a:spcAft>
              <a:buClr>
                <a:schemeClr val="bg1"/>
              </a:buClr>
              <a:buSzPct val="55000"/>
              <a:buNone/>
              <a:defRPr/>
            </a:pPr>
            <a:r>
              <a:rPr lang="en-US" altLang="zh-CN" sz="1200" b="1" kern="0" dirty="0">
                <a:solidFill>
                  <a:srgbClr val="C00000"/>
                </a:solidFill>
                <a:ea typeface="黑体"/>
                <a:cs typeface="Arial"/>
              </a:rPr>
              <a:t>-  </a:t>
            </a:r>
            <a:r>
              <a:rPr lang="en-US" altLang="zh-CN" sz="1200" kern="0" dirty="0">
                <a:ea typeface="黑体"/>
                <a:cs typeface="Arial"/>
              </a:rPr>
              <a:t>BO 19.3% due to less demand,</a:t>
            </a:r>
            <a:r>
              <a:rPr lang="zh-CN" altLang="en-US" sz="1200" kern="0" dirty="0">
                <a:ea typeface="黑体"/>
                <a:cs typeface="Arial"/>
              </a:rPr>
              <a:t> </a:t>
            </a:r>
            <a:r>
              <a:rPr lang="en-US" altLang="zh-CN" sz="1200" kern="0" dirty="0" err="1">
                <a:ea typeface="黑体"/>
                <a:cs typeface="Arial"/>
              </a:rPr>
              <a:t>ULiac</a:t>
            </a:r>
            <a:r>
              <a:rPr lang="en-US" altLang="zh-CN" sz="1200" kern="0" dirty="0">
                <a:ea typeface="黑体"/>
                <a:cs typeface="Arial"/>
              </a:rPr>
              <a:t> = 3.0%</a:t>
            </a:r>
            <a:endParaRPr lang="en-US" altLang="ja-JP" sz="1200" dirty="0">
              <a:solidFill>
                <a:srgbClr val="000000"/>
              </a:solidFill>
              <a:ea typeface="黑体"/>
            </a:endParaRPr>
          </a:p>
          <a:p>
            <a:pPr>
              <a:spcAft>
                <a:spcPts val="450"/>
              </a:spcAft>
              <a:buClr>
                <a:schemeClr val="tx2"/>
              </a:buClr>
            </a:pPr>
            <a:r>
              <a:rPr lang="en-US" altLang="zh-CN" sz="1400" dirty="0">
                <a:solidFill>
                  <a:srgbClr val="000000"/>
                </a:solidFill>
                <a:ea typeface="黑体"/>
              </a:rPr>
              <a:t>Projects</a:t>
            </a:r>
          </a:p>
          <a:p>
            <a:pPr marL="0" indent="0">
              <a:spcAft>
                <a:spcPts val="450"/>
              </a:spcAft>
              <a:buClr>
                <a:schemeClr val="tx2"/>
              </a:buClr>
              <a:buNone/>
            </a:pPr>
            <a:r>
              <a:rPr lang="zh-CN" altLang="zh-CN" sz="1200" dirty="0">
                <a:solidFill>
                  <a:srgbClr val="107C10"/>
                </a:solidFill>
              </a:rPr>
              <a:t>+ Highlights</a:t>
            </a:r>
            <a:r>
              <a:rPr lang="en-US" altLang="zh-CN" sz="1200" dirty="0">
                <a:solidFill>
                  <a:srgbClr val="107C10"/>
                </a:solidFill>
              </a:rPr>
              <a:t>:</a:t>
            </a:r>
          </a:p>
          <a:p>
            <a:pPr marL="0" indent="0">
              <a:spcBef>
                <a:spcPts val="400"/>
              </a:spcBef>
              <a:spcAft>
                <a:spcPts val="400"/>
              </a:spcAft>
              <a:buClr>
                <a:srgbClr val="004A96"/>
              </a:buClr>
              <a:buNone/>
              <a:defRPr/>
            </a:pPr>
            <a:r>
              <a:rPr lang="en-US" altLang="zh-CN" sz="1200" b="1" kern="0" dirty="0">
                <a:solidFill>
                  <a:srgbClr val="0070C0"/>
                </a:solidFill>
                <a:ea typeface="黑体"/>
                <a:cs typeface="Arial"/>
              </a:rPr>
              <a:t>o </a:t>
            </a:r>
            <a:r>
              <a:rPr lang="en-US" altLang="zh-CN" sz="1200" kern="0" dirty="0">
                <a:ea typeface="黑体"/>
                <a:cs typeface="Arial"/>
              </a:rPr>
              <a:t>N2 modification for CSR open action physical installation completion, under testing</a:t>
            </a:r>
          </a:p>
          <a:p>
            <a:pPr marL="0" indent="0">
              <a:spcBef>
                <a:spcPts val="400"/>
              </a:spcBef>
              <a:spcAft>
                <a:spcPts val="400"/>
              </a:spcAft>
              <a:buClr>
                <a:srgbClr val="004A96"/>
              </a:buClr>
              <a:buNone/>
              <a:defRPr/>
            </a:pPr>
            <a:r>
              <a:rPr lang="en-US" altLang="zh-CN" sz="1200" b="1" kern="0" dirty="0">
                <a:solidFill>
                  <a:srgbClr val="0070C0"/>
                </a:solidFill>
                <a:ea typeface="黑体"/>
                <a:cs typeface="Arial"/>
              </a:rPr>
              <a:t>o </a:t>
            </a:r>
            <a:r>
              <a:rPr lang="en-US" altLang="zh-CN" sz="1200" kern="0" dirty="0">
                <a:ea typeface="黑体"/>
                <a:cs typeface="Arial"/>
              </a:rPr>
              <a:t>REX online rework sorter under procurement</a:t>
            </a:r>
          </a:p>
          <a:p>
            <a:pPr marL="0" indent="0">
              <a:spcBef>
                <a:spcPts val="400"/>
              </a:spcBef>
              <a:spcAft>
                <a:spcPts val="400"/>
              </a:spcAft>
              <a:buClr>
                <a:srgbClr val="004A96"/>
              </a:buClr>
              <a:buNone/>
              <a:defRPr/>
            </a:pPr>
            <a:r>
              <a:rPr lang="en-US" altLang="zh-CN" sz="1200" b="1" kern="0" dirty="0">
                <a:solidFill>
                  <a:srgbClr val="0070C0"/>
                </a:solidFill>
                <a:ea typeface="黑体"/>
                <a:cs typeface="Arial"/>
              </a:rPr>
              <a:t>o </a:t>
            </a:r>
            <a:r>
              <a:rPr lang="en-US" altLang="zh-CN" sz="1200" kern="0" dirty="0">
                <a:ea typeface="黑体"/>
                <a:cs typeface="Arial"/>
              </a:rPr>
              <a:t>2027 Capex/Open plan review finished</a:t>
            </a:r>
          </a:p>
          <a:p>
            <a:pPr>
              <a:spcAft>
                <a:spcPts val="450"/>
              </a:spcAft>
              <a:buClr>
                <a:schemeClr val="tx2"/>
              </a:buClr>
            </a:pPr>
            <a:r>
              <a:rPr lang="en-US" altLang="zh-CN" sz="1400" dirty="0">
                <a:solidFill>
                  <a:srgbClr val="000000"/>
                </a:solidFill>
                <a:ea typeface="黑体"/>
              </a:rPr>
              <a:t>Personnel</a:t>
            </a:r>
          </a:p>
          <a:p>
            <a:pPr marL="0" indent="0">
              <a:spcAft>
                <a:spcPts val="450"/>
              </a:spcAft>
              <a:buClr>
                <a:schemeClr val="tx2"/>
              </a:buClr>
              <a:buNone/>
            </a:pPr>
            <a:r>
              <a:rPr lang="zh-CN" altLang="zh-CN" sz="1200" dirty="0">
                <a:solidFill>
                  <a:srgbClr val="107C10"/>
                </a:solidFill>
              </a:rPr>
              <a:t>+ Highlights</a:t>
            </a:r>
            <a:r>
              <a:rPr lang="en-US" altLang="zh-CN" sz="1200" dirty="0">
                <a:solidFill>
                  <a:srgbClr val="107C10"/>
                </a:solidFill>
              </a:rPr>
              <a:t>:</a:t>
            </a:r>
          </a:p>
          <a:p>
            <a:pPr marL="0" indent="0">
              <a:spcAft>
                <a:spcPts val="450"/>
              </a:spcAft>
              <a:buClr>
                <a:schemeClr val="tx2"/>
              </a:buClr>
              <a:buNone/>
            </a:pPr>
            <a:r>
              <a:rPr lang="en-US" altLang="zh-CN" sz="1200" b="1" kern="0" dirty="0">
                <a:solidFill>
                  <a:srgbClr val="0070C0"/>
                </a:solidFill>
                <a:ea typeface="黑体"/>
                <a:cs typeface="Arial"/>
              </a:rPr>
              <a:t>o </a:t>
            </a:r>
            <a:r>
              <a:rPr lang="en-US" altLang="zh-CN" sz="1200" b="1" kern="0" dirty="0">
                <a:solidFill>
                  <a:srgbClr val="000000"/>
                </a:solidFill>
                <a:ea typeface="黑体"/>
                <a:cs typeface="Arial"/>
              </a:rPr>
              <a:t> </a:t>
            </a:r>
            <a:r>
              <a:rPr lang="en-US" altLang="zh-CN" sz="1200" kern="0" dirty="0">
                <a:solidFill>
                  <a:srgbClr val="000000"/>
                </a:solidFill>
                <a:ea typeface="黑体"/>
                <a:cs typeface="Arial"/>
              </a:rPr>
              <a:t>N.A</a:t>
            </a:r>
            <a:endParaRPr lang="en-US" altLang="zh-CN" sz="1200" kern="0" dirty="0">
              <a:ea typeface="黑体"/>
              <a:cs typeface="Arial"/>
            </a:endParaRPr>
          </a:p>
          <a:p>
            <a:pPr marL="0" indent="0">
              <a:spcAft>
                <a:spcPts val="450"/>
              </a:spcAft>
              <a:buClr>
                <a:schemeClr val="tx2"/>
              </a:buClr>
              <a:buNone/>
            </a:pPr>
            <a:endParaRPr lang="en-US" altLang="zh-CN" sz="1200" dirty="0">
              <a:latin typeface="+mn-lt"/>
            </a:endParaRPr>
          </a:p>
          <a:p>
            <a:pPr marL="0" indent="0">
              <a:spcAft>
                <a:spcPts val="450"/>
              </a:spcAft>
              <a:buClr>
                <a:schemeClr val="tx2"/>
              </a:buClr>
              <a:buNone/>
            </a:pPr>
            <a:endParaRPr lang="en-US" altLang="zh-CN" sz="1200" dirty="0">
              <a:latin typeface="+mn-lt"/>
            </a:endParaRPr>
          </a:p>
        </p:txBody>
      </p:sp>
      <p:sp>
        <p:nvSpPr>
          <p:cNvPr id="21" name="TextBox 20">
            <a:extLst>
              <a:ext uri="{FF2B5EF4-FFF2-40B4-BE49-F238E27FC236}">
                <a16:creationId xmlns:a16="http://schemas.microsoft.com/office/drawing/2014/main" id="{DEC92AF9-BDF8-4916-A5B0-C76F9B47F47A}"/>
              </a:ext>
            </a:extLst>
          </p:cNvPr>
          <p:cNvSpPr txBox="1"/>
          <p:nvPr/>
        </p:nvSpPr>
        <p:spPr>
          <a:xfrm>
            <a:off x="344777" y="3496969"/>
            <a:ext cx="636713" cy="37965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prstClr val="white">
                    <a:lumMod val="75000"/>
                  </a:prstClr>
                </a:solidFill>
                <a:effectLst/>
                <a:uLnTx/>
                <a:uFillTx/>
                <a:latin typeface="Arial" panose="020B0604020202020204"/>
                <a:ea typeface="+mn-ea"/>
                <a:cs typeface="+mn-cs"/>
              </a:rPr>
              <a:t>Belt</a:t>
            </a:r>
          </a:p>
        </p:txBody>
      </p:sp>
      <p:sp>
        <p:nvSpPr>
          <p:cNvPr id="22" name="TextBox 21">
            <a:extLst>
              <a:ext uri="{FF2B5EF4-FFF2-40B4-BE49-F238E27FC236}">
                <a16:creationId xmlns:a16="http://schemas.microsoft.com/office/drawing/2014/main" id="{23D6808D-E763-4AE7-92E4-1123AB3EA93B}"/>
              </a:ext>
            </a:extLst>
          </p:cNvPr>
          <p:cNvSpPr txBox="1"/>
          <p:nvPr/>
        </p:nvSpPr>
        <p:spPr>
          <a:xfrm>
            <a:off x="1096347" y="3499381"/>
            <a:ext cx="678391" cy="37965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67" b="1">
                <a:solidFill>
                  <a:prstClr val="white">
                    <a:lumMod val="75000"/>
                  </a:prstClr>
                </a:solidFill>
                <a:latin typeface="Arial" panose="020B0604020202020204"/>
              </a:rPr>
              <a:t>R</a:t>
            </a:r>
            <a:r>
              <a:rPr lang="en-US" altLang="zh-CN" sz="1867" b="1">
                <a:solidFill>
                  <a:prstClr val="white">
                    <a:lumMod val="75000"/>
                  </a:prstClr>
                </a:solidFill>
                <a:latin typeface="Arial" panose="020B0604020202020204"/>
              </a:rPr>
              <a:t>EX</a:t>
            </a:r>
            <a:endParaRPr lang="en-US" sz="1867" b="1">
              <a:solidFill>
                <a:prstClr val="white">
                  <a:lumMod val="75000"/>
                </a:prstClr>
              </a:solidFill>
              <a:latin typeface="Arial" panose="020B0604020202020204"/>
            </a:endParaRPr>
          </a:p>
        </p:txBody>
      </p:sp>
      <p:sp>
        <p:nvSpPr>
          <p:cNvPr id="6" name="TextBox 5">
            <a:extLst>
              <a:ext uri="{FF2B5EF4-FFF2-40B4-BE49-F238E27FC236}">
                <a16:creationId xmlns:a16="http://schemas.microsoft.com/office/drawing/2014/main" id="{27261EEF-AC87-D453-FAE7-F8A128A111C9}"/>
              </a:ext>
            </a:extLst>
          </p:cNvPr>
          <p:cNvSpPr txBox="1"/>
          <p:nvPr/>
        </p:nvSpPr>
        <p:spPr>
          <a:xfrm>
            <a:off x="2187018" y="6455606"/>
            <a:ext cx="2956038" cy="200055"/>
          </a:xfrm>
          <a:prstGeom prst="rect">
            <a:avLst/>
          </a:prstGeom>
          <a:noFill/>
        </p:spPr>
        <p:txBody>
          <a:bodyPr wrap="square" rtlCol="0">
            <a:spAutoFit/>
          </a:bodyPr>
          <a:lstStyle/>
          <a:p>
            <a:r>
              <a:rPr lang="en-US" altLang="zh-CN" sz="700" i="1" u="sng"/>
              <a:t>Only showing the AE of FHF production,</a:t>
            </a:r>
            <a:r>
              <a:rPr lang="zh-TW" altLang="en-US" sz="700" i="1" u="sng"/>
              <a:t> </a:t>
            </a:r>
            <a:r>
              <a:rPr lang="en-US" sz="700" i="1" u="sng" err="1"/>
              <a:t>Ecovio</a:t>
            </a:r>
            <a:r>
              <a:rPr lang="en-US" sz="700" i="1" u="sng"/>
              <a:t> is exclusive</a:t>
            </a:r>
          </a:p>
        </p:txBody>
      </p:sp>
      <p:sp>
        <p:nvSpPr>
          <p:cNvPr id="8" name="矩形 7">
            <a:extLst>
              <a:ext uri="{FF2B5EF4-FFF2-40B4-BE49-F238E27FC236}">
                <a16:creationId xmlns:a16="http://schemas.microsoft.com/office/drawing/2014/main" id="{B458FA32-2715-EC1A-9A70-94072E4D092C}"/>
              </a:ext>
            </a:extLst>
          </p:cNvPr>
          <p:cNvSpPr/>
          <p:nvPr/>
        </p:nvSpPr>
        <p:spPr>
          <a:xfrm>
            <a:off x="4625767" y="303408"/>
            <a:ext cx="1917705" cy="55968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43EDC8AA-2665-7A6B-FDC3-9643007A26BE}"/>
              </a:ext>
            </a:extLst>
          </p:cNvPr>
          <p:cNvSpPr/>
          <p:nvPr/>
        </p:nvSpPr>
        <p:spPr>
          <a:xfrm>
            <a:off x="4417997" y="94354"/>
            <a:ext cx="348595" cy="348595"/>
          </a:xfrm>
          <a:prstGeom prst="ellipse">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a:t>
            </a:r>
            <a:endParaRPr lang="zh-CN" altLang="en-US" dirty="0">
              <a:solidFill>
                <a:schemeClr val="tx1"/>
              </a:solidFill>
            </a:endParaRPr>
          </a:p>
        </p:txBody>
      </p:sp>
      <p:sp>
        <p:nvSpPr>
          <p:cNvPr id="11" name="矩形 10">
            <a:extLst>
              <a:ext uri="{FF2B5EF4-FFF2-40B4-BE49-F238E27FC236}">
                <a16:creationId xmlns:a16="http://schemas.microsoft.com/office/drawing/2014/main" id="{38D1A2CD-DBFF-87D1-316D-18A981CAD77C}"/>
              </a:ext>
            </a:extLst>
          </p:cNvPr>
          <p:cNvSpPr/>
          <p:nvPr/>
        </p:nvSpPr>
        <p:spPr>
          <a:xfrm>
            <a:off x="235509" y="962529"/>
            <a:ext cx="1353323" cy="33028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B8475A97-B01B-A1E1-6AB2-C36D165D7C51}"/>
              </a:ext>
            </a:extLst>
          </p:cNvPr>
          <p:cNvSpPr/>
          <p:nvPr/>
        </p:nvSpPr>
        <p:spPr>
          <a:xfrm>
            <a:off x="20023" y="719479"/>
            <a:ext cx="348595" cy="348595"/>
          </a:xfrm>
          <a:prstGeom prst="ellipse">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2</a:t>
            </a:r>
            <a:endParaRPr lang="zh-CN" altLang="en-US" dirty="0">
              <a:solidFill>
                <a:schemeClr val="tx1"/>
              </a:solidFill>
            </a:endParaRPr>
          </a:p>
        </p:txBody>
      </p:sp>
      <p:sp>
        <p:nvSpPr>
          <p:cNvPr id="15" name="矩形 14">
            <a:extLst>
              <a:ext uri="{FF2B5EF4-FFF2-40B4-BE49-F238E27FC236}">
                <a16:creationId xmlns:a16="http://schemas.microsoft.com/office/drawing/2014/main" id="{AAE6EE8E-798B-B665-2989-15F205F4934A}"/>
              </a:ext>
            </a:extLst>
          </p:cNvPr>
          <p:cNvSpPr/>
          <p:nvPr/>
        </p:nvSpPr>
        <p:spPr>
          <a:xfrm>
            <a:off x="211276" y="1314067"/>
            <a:ext cx="1581749" cy="542338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AA57265E-EF11-35BC-0F8C-0D06B297D724}"/>
              </a:ext>
            </a:extLst>
          </p:cNvPr>
          <p:cNvSpPr/>
          <p:nvPr/>
        </p:nvSpPr>
        <p:spPr>
          <a:xfrm>
            <a:off x="36978" y="4195959"/>
            <a:ext cx="348595" cy="348595"/>
          </a:xfrm>
          <a:prstGeom prst="ellipse">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3</a:t>
            </a:r>
            <a:endParaRPr lang="zh-CN" altLang="en-US" dirty="0">
              <a:solidFill>
                <a:schemeClr val="tx1"/>
              </a:solidFill>
            </a:endParaRPr>
          </a:p>
        </p:txBody>
      </p:sp>
      <p:sp>
        <p:nvSpPr>
          <p:cNvPr id="33" name="矩形 32">
            <a:extLst>
              <a:ext uri="{FF2B5EF4-FFF2-40B4-BE49-F238E27FC236}">
                <a16:creationId xmlns:a16="http://schemas.microsoft.com/office/drawing/2014/main" id="{DF3B6AE7-2E61-84A5-8727-24915CA3B054}"/>
              </a:ext>
            </a:extLst>
          </p:cNvPr>
          <p:cNvSpPr/>
          <p:nvPr/>
        </p:nvSpPr>
        <p:spPr>
          <a:xfrm>
            <a:off x="1828545" y="1314067"/>
            <a:ext cx="2980906" cy="542339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878CF553-C42F-8146-77E4-768E7C07F4A4}"/>
              </a:ext>
            </a:extLst>
          </p:cNvPr>
          <p:cNvSpPr/>
          <p:nvPr/>
        </p:nvSpPr>
        <p:spPr>
          <a:xfrm>
            <a:off x="3110112" y="1118513"/>
            <a:ext cx="348595" cy="348595"/>
          </a:xfrm>
          <a:prstGeom prst="ellipse">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4</a:t>
            </a:r>
            <a:endParaRPr lang="zh-CN" altLang="en-US" dirty="0">
              <a:solidFill>
                <a:schemeClr val="tx1"/>
              </a:solidFill>
            </a:endParaRPr>
          </a:p>
        </p:txBody>
      </p:sp>
      <p:sp>
        <p:nvSpPr>
          <p:cNvPr id="37" name="矩形 36">
            <a:extLst>
              <a:ext uri="{FF2B5EF4-FFF2-40B4-BE49-F238E27FC236}">
                <a16:creationId xmlns:a16="http://schemas.microsoft.com/office/drawing/2014/main" id="{B54BF840-73C7-5671-1A58-B84D684C6598}"/>
              </a:ext>
            </a:extLst>
          </p:cNvPr>
          <p:cNvSpPr/>
          <p:nvPr/>
        </p:nvSpPr>
        <p:spPr>
          <a:xfrm>
            <a:off x="4975452" y="1304115"/>
            <a:ext cx="6980797" cy="543334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170C3431-A6BA-85CB-C46B-419510A68A13}"/>
              </a:ext>
            </a:extLst>
          </p:cNvPr>
          <p:cNvSpPr/>
          <p:nvPr/>
        </p:nvSpPr>
        <p:spPr>
          <a:xfrm>
            <a:off x="7834512" y="1098756"/>
            <a:ext cx="348595" cy="348595"/>
          </a:xfrm>
          <a:prstGeom prst="ellipse">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5</a:t>
            </a:r>
            <a:endParaRPr lang="zh-CN" altLang="en-US" dirty="0">
              <a:solidFill>
                <a:schemeClr val="tx1"/>
              </a:solidFill>
            </a:endParaRPr>
          </a:p>
        </p:txBody>
      </p:sp>
    </p:spTree>
    <p:extLst>
      <p:ext uri="{BB962C8B-B14F-4D97-AF65-F5344CB8AC3E}">
        <p14:creationId xmlns:p14="http://schemas.microsoft.com/office/powerpoint/2010/main" val="26525296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8E68D-55AD-4F9C-DE46-F3E8ED472ADE}"/>
            </a:ext>
          </a:extLst>
        </p:cNvPr>
        <p:cNvGrpSpPr/>
        <p:nvPr/>
      </p:nvGrpSpPr>
      <p:grpSpPr>
        <a:xfrm>
          <a:off x="0" y="0"/>
          <a:ext cx="0" cy="0"/>
          <a:chOff x="0" y="0"/>
          <a:chExt cx="0" cy="0"/>
        </a:xfrm>
      </p:grpSpPr>
      <p:graphicFrame>
        <p:nvGraphicFramePr>
          <p:cNvPr id="4" name="对象 3" hidden="1">
            <a:extLst>
              <a:ext uri="{FF2B5EF4-FFF2-40B4-BE49-F238E27FC236}">
                <a16:creationId xmlns:a16="http://schemas.microsoft.com/office/drawing/2014/main" id="{C456325C-6740-E858-C1A2-60403288E43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5" imgW="347" imgH="346" progId="TCLayout.ActiveDocument.1">
                  <p:embed/>
                </p:oleObj>
              </mc:Choice>
              <mc:Fallback>
                <p:oleObj name="think-cell 幻灯片" r:id="rId5" imgW="347" imgH="346" progId="TCLayout.ActiveDocument.1">
                  <p:embed/>
                  <p:pic>
                    <p:nvPicPr>
                      <p:cNvPr id="4" name="对象 3" hidden="1">
                        <a:extLst>
                          <a:ext uri="{FF2B5EF4-FFF2-40B4-BE49-F238E27FC236}">
                            <a16:creationId xmlns:a16="http://schemas.microsoft.com/office/drawing/2014/main" id="{C456325C-6740-E858-C1A2-60403288E43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矩形 4" hidden="1">
            <a:extLst>
              <a:ext uri="{FF2B5EF4-FFF2-40B4-BE49-F238E27FC236}">
                <a16:creationId xmlns:a16="http://schemas.microsoft.com/office/drawing/2014/main" id="{2D93FBA7-DEB8-7975-29E5-A2BEFE4E5BD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50" b="0" i="0" u="none" strike="noStrike" kern="1200" cap="none" spc="0" normalizeH="0" baseline="0" noProof="0">
              <a:ln>
                <a:noFill/>
              </a:ln>
              <a:solidFill>
                <a:srgbClr val="FFFFFF"/>
              </a:solidFill>
              <a:effectLst/>
              <a:uLnTx/>
              <a:uFillTx/>
              <a:latin typeface="Arial" panose="020B0604020202020204" pitchFamily="34" charset="0"/>
              <a:ea typeface="黑体" panose="02010609060101010101" pitchFamily="49" charset="-122"/>
              <a:cs typeface="+mn-cs"/>
              <a:sym typeface="Arial" panose="020B0604020202020204" pitchFamily="34" charset="0"/>
            </a:endParaRPr>
          </a:p>
        </p:txBody>
      </p:sp>
      <p:sp>
        <p:nvSpPr>
          <p:cNvPr id="2" name="标题 1">
            <a:extLst>
              <a:ext uri="{FF2B5EF4-FFF2-40B4-BE49-F238E27FC236}">
                <a16:creationId xmlns:a16="http://schemas.microsoft.com/office/drawing/2014/main" id="{0BC9224A-7564-2F55-710A-C7C8AF7C5021}"/>
              </a:ext>
            </a:extLst>
          </p:cNvPr>
          <p:cNvSpPr>
            <a:spLocks noGrp="1"/>
          </p:cNvSpPr>
          <p:nvPr>
            <p:ph type="title"/>
          </p:nvPr>
        </p:nvSpPr>
        <p:spPr>
          <a:xfrm>
            <a:off x="81858" y="419069"/>
            <a:ext cx="7495734" cy="864573"/>
          </a:xfrm>
        </p:spPr>
        <p:txBody>
          <a:bodyPr vert="horz"/>
          <a:lstStyle/>
          <a:p>
            <a:r>
              <a:rPr lang="en-US" dirty="0"/>
              <a:t>Material Balance &amp; Waste ratio </a:t>
            </a:r>
            <a:r>
              <a:rPr lang="en-US" altLang="zh-CN" dirty="0">
                <a:ea typeface="黑体"/>
              </a:rPr>
              <a:t>- Shanghai</a:t>
            </a:r>
            <a:endParaRPr lang="zh-CN" dirty="0">
              <a:ea typeface="黑体"/>
            </a:endParaRPr>
          </a:p>
        </p:txBody>
      </p:sp>
      <p:sp>
        <p:nvSpPr>
          <p:cNvPr id="36" name="矩形 35" hidden="1">
            <a:extLst>
              <a:ext uri="{FF2B5EF4-FFF2-40B4-BE49-F238E27FC236}">
                <a16:creationId xmlns:a16="http://schemas.microsoft.com/office/drawing/2014/main" id="{64A3AD92-3A41-6A9D-F759-F1E1AD4D0098}"/>
              </a:ext>
            </a:extLst>
          </p:cNvPr>
          <p:cNvSpPr/>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5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sym typeface="+mn-lt"/>
            </a:endParaRPr>
          </a:p>
        </p:txBody>
      </p:sp>
      <p:sp>
        <p:nvSpPr>
          <p:cNvPr id="272" name="矩形 271" hidden="1">
            <a:extLst>
              <a:ext uri="{FF2B5EF4-FFF2-40B4-BE49-F238E27FC236}">
                <a16:creationId xmlns:a16="http://schemas.microsoft.com/office/drawing/2014/main" id="{C0FC39EC-C960-EBEB-BA1D-AF076CED1384}"/>
              </a:ext>
            </a:extLst>
          </p:cNvPr>
          <p:cNvSpPr/>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5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sym typeface="+mn-lt"/>
            </a:endParaRPr>
          </a:p>
        </p:txBody>
      </p:sp>
      <p:sp>
        <p:nvSpPr>
          <p:cNvPr id="142" name="矩形 141" hidden="1">
            <a:extLst>
              <a:ext uri="{FF2B5EF4-FFF2-40B4-BE49-F238E27FC236}">
                <a16:creationId xmlns:a16="http://schemas.microsoft.com/office/drawing/2014/main" id="{F57B4D6F-C8E1-EB61-E987-777B1F1A1CB8}"/>
              </a:ext>
            </a:extLst>
          </p:cNvPr>
          <p:cNvSpPr/>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5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sym typeface="+mn-lt"/>
            </a:endParaRPr>
          </a:p>
        </p:txBody>
      </p:sp>
      <p:sp>
        <p:nvSpPr>
          <p:cNvPr id="10" name="Textplatzhalter 31">
            <a:extLst>
              <a:ext uri="{FF2B5EF4-FFF2-40B4-BE49-F238E27FC236}">
                <a16:creationId xmlns:a16="http://schemas.microsoft.com/office/drawing/2014/main" id="{32D06909-73CD-4301-F439-75FA2E990E3E}"/>
              </a:ext>
            </a:extLst>
          </p:cNvPr>
          <p:cNvSpPr txBox="1">
            <a:spLocks/>
          </p:cNvSpPr>
          <p:nvPr/>
        </p:nvSpPr>
        <p:spPr>
          <a:xfrm>
            <a:off x="500308" y="4983968"/>
            <a:ext cx="11114315" cy="1448684"/>
          </a:xfrm>
          <a:prstGeom prst="rect">
            <a:avLst/>
          </a:prstGeom>
        </p:spPr>
        <p:txBody>
          <a:bodyPr vert="horz" lIns="0" tIns="0" rIns="0" bIns="0" rtlCol="0" anchor="t">
            <a:noAutofit/>
          </a:bodyPr>
          <a:lstStyle>
            <a:lvl1pPr marL="342900" indent="-342900" algn="l" defTabSz="914400" rtl="0" eaLnBrk="1" latinLnBrk="0" hangingPunct="1">
              <a:lnSpc>
                <a:spcPct val="110000"/>
              </a:lnSpc>
              <a:spcBef>
                <a:spcPts val="0"/>
              </a:spcBef>
              <a:spcAft>
                <a:spcPts val="0"/>
              </a:spcAft>
              <a:buClr>
                <a:schemeClr val="accent1"/>
              </a:buClr>
              <a:buFont typeface="Wingdings" panose="05000000000000000000" pitchFamily="2" charset="2"/>
              <a:buChar char="n"/>
              <a:defRPr lang="de-DE" sz="2000" b="0" i="0" kern="1200" smtClean="0">
                <a:solidFill>
                  <a:schemeClr val="tx1"/>
                </a:solidFill>
                <a:latin typeface="Arial"/>
                <a:ea typeface="+mn-ea"/>
                <a:cs typeface="+mn-cs"/>
              </a:defRPr>
            </a:lvl1pPr>
            <a:lvl2pPr marL="719138" indent="-361950" algn="l" defTabSz="914400" rtl="0" eaLnBrk="1" latinLnBrk="0" hangingPunct="1">
              <a:lnSpc>
                <a:spcPct val="110000"/>
              </a:lnSpc>
              <a:spcBef>
                <a:spcPts val="600"/>
              </a:spcBef>
              <a:spcAft>
                <a:spcPts val="0"/>
              </a:spcAft>
              <a:buClr>
                <a:schemeClr val="accent1"/>
              </a:buClr>
              <a:buFont typeface="Wingdings 3" panose="05040102010807070707" pitchFamily="18" charset="2"/>
              <a:buChar char=""/>
              <a:defRPr lang="de-DE" sz="2000" b="0" i="0" kern="1200" smtClean="0">
                <a:solidFill>
                  <a:schemeClr val="tx1"/>
                </a:solidFill>
                <a:latin typeface="Arial"/>
                <a:ea typeface="+mn-ea"/>
                <a:cs typeface="+mn-cs"/>
              </a:defRPr>
            </a:lvl2pPr>
            <a:lvl3pPr marL="1074738" indent="-355600" algn="l" defTabSz="914400" rtl="0" eaLnBrk="1" latinLnBrk="0" hangingPunct="1">
              <a:lnSpc>
                <a:spcPct val="110000"/>
              </a:lnSpc>
              <a:spcBef>
                <a:spcPts val="300"/>
              </a:spcBef>
              <a:spcAft>
                <a:spcPts val="0"/>
              </a:spcAft>
              <a:buClr>
                <a:schemeClr val="accent1"/>
              </a:buClr>
              <a:buFont typeface="Arial" panose="020B0604020202020204" pitchFamily="34" charset="0"/>
              <a:buChar char="●"/>
              <a:tabLst/>
              <a:defRPr lang="de-DE" sz="2000" b="0" i="0" kern="1200" smtClean="0">
                <a:solidFill>
                  <a:schemeClr val="tx1"/>
                </a:solidFill>
                <a:latin typeface="Arial"/>
                <a:ea typeface="+mn-ea"/>
                <a:cs typeface="+mn-cs"/>
              </a:defRPr>
            </a:lvl3pPr>
            <a:lvl4pPr marL="1436688" indent="-361950" algn="l" defTabSz="914400" rtl="0" eaLnBrk="1" latinLnBrk="0" hangingPunct="1">
              <a:lnSpc>
                <a:spcPct val="110000"/>
              </a:lnSpc>
              <a:spcBef>
                <a:spcPts val="0"/>
              </a:spcBef>
              <a:spcAft>
                <a:spcPct val="50000"/>
              </a:spcAft>
              <a:buClr>
                <a:schemeClr val="accent1"/>
              </a:buClr>
              <a:buFont typeface="Arial" panose="020B0604020202020204" pitchFamily="34" charset="0"/>
              <a:buChar char="−"/>
              <a:defRPr lang="de-DE" sz="2000" b="0" i="0" kern="1200" smtClean="0">
                <a:solidFill>
                  <a:schemeClr val="tx1"/>
                </a:solidFill>
                <a:latin typeface="Arial"/>
                <a:ea typeface="+mn-ea"/>
                <a:cs typeface="+mn-cs"/>
              </a:defRPr>
            </a:lvl4pPr>
            <a:lvl5pPr marL="2057400" indent="-228600" algn="l" defTabSz="914400" rtl="0" eaLnBrk="1" latinLnBrk="0" hangingPunct="1">
              <a:lnSpc>
                <a:spcPct val="95000"/>
              </a:lnSpc>
              <a:spcBef>
                <a:spcPts val="0"/>
              </a:spcBef>
              <a:spcAft>
                <a:spcPct val="50000"/>
              </a:spcAft>
              <a:buClr>
                <a:schemeClr val="tx1"/>
              </a:buClr>
              <a:buFontTx/>
              <a:buChar char="–"/>
              <a:defRPr lang="de-DE" sz="2000" b="0" i="0" kern="1200" dirty="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10000"/>
              </a:lnSpc>
              <a:spcBef>
                <a:spcPts val="0"/>
              </a:spcBef>
              <a:spcAft>
                <a:spcPts val="450"/>
              </a:spcAft>
              <a:buClr>
                <a:srgbClr val="035FA9"/>
              </a:buClr>
              <a:buSzTx/>
              <a:tabLst/>
              <a:defRPr/>
            </a:pPr>
            <a:r>
              <a:rPr kumimoji="0" lang="en-US" sz="1400" b="1" i="0" u="none" strike="noStrike" kern="1200" cap="none" spc="0" normalizeH="0" baseline="0" noProof="0" dirty="0">
                <a:ln>
                  <a:noFill/>
                </a:ln>
                <a:solidFill>
                  <a:srgbClr val="000000"/>
                </a:solidFill>
                <a:effectLst/>
                <a:uLnTx/>
                <a:uFillTx/>
                <a:latin typeface="Arial"/>
                <a:ea typeface="+mn-ea"/>
                <a:cs typeface="+mn-cs"/>
              </a:rPr>
              <a:t>Production Update</a:t>
            </a:r>
          </a:p>
          <a:p>
            <a:pPr marL="0" indent="0">
              <a:spcAft>
                <a:spcPts val="450"/>
              </a:spcAft>
              <a:buClr>
                <a:schemeClr val="tx2"/>
              </a:buClr>
              <a:buNone/>
            </a:pPr>
            <a:r>
              <a:rPr lang="zh-CN" altLang="zh-CN" sz="1200" dirty="0">
                <a:solidFill>
                  <a:srgbClr val="107C10"/>
                </a:solidFill>
              </a:rPr>
              <a:t>+ Highlights</a:t>
            </a:r>
            <a:r>
              <a:rPr lang="en-US" altLang="zh-CN" sz="1200" dirty="0">
                <a:solidFill>
                  <a:srgbClr val="107C10"/>
                </a:solidFill>
              </a:rPr>
              <a:t>:</a:t>
            </a:r>
          </a:p>
          <a:p>
            <a:pPr marL="0" indent="0">
              <a:spcAft>
                <a:spcPts val="450"/>
              </a:spcAft>
              <a:buClr>
                <a:srgbClr val="035FA9"/>
              </a:buClr>
              <a:buNone/>
              <a:defRPr/>
            </a:pPr>
            <a:r>
              <a:rPr lang="en-US" altLang="zh-CN" sz="1200" b="1" kern="0" dirty="0">
                <a:solidFill>
                  <a:srgbClr val="0070C0"/>
                </a:solidFill>
                <a:ea typeface="黑体"/>
                <a:cs typeface="Arial"/>
              </a:rPr>
              <a:t>o   </a:t>
            </a:r>
            <a:r>
              <a:rPr lang="en-US" altLang="zh-CN" sz="1200" dirty="0">
                <a:solidFill>
                  <a:srgbClr val="000000"/>
                </a:solidFill>
                <a:ea typeface="黑体"/>
                <a:cs typeface="Arial"/>
              </a:rPr>
              <a:t>2,059 ton FG in Aug., including 94 ton FHF precursor. 1,612t from Beltlines, 266t from REX and 181t from FHF. Demand of REX dropped and HPM production was brought forward to Aug.</a:t>
            </a:r>
            <a:endParaRPr lang="en-US" altLang="zh-CN" sz="1200" dirty="0">
              <a:ea typeface="黑体"/>
              <a:cs typeface="Arial"/>
            </a:endParaRPr>
          </a:p>
          <a:p>
            <a:pPr marL="0" indent="0">
              <a:spcAft>
                <a:spcPts val="450"/>
              </a:spcAft>
              <a:buClr>
                <a:srgbClr val="035FA9"/>
              </a:buClr>
              <a:buNone/>
              <a:defRPr/>
            </a:pPr>
            <a:r>
              <a:rPr lang="en-US" altLang="zh-CN" sz="1200" b="1" kern="0" dirty="0">
                <a:solidFill>
                  <a:srgbClr val="0070C0"/>
                </a:solidFill>
                <a:ea typeface="黑体"/>
                <a:cs typeface="Arial"/>
              </a:rPr>
              <a:t>o  </a:t>
            </a:r>
            <a:r>
              <a:rPr lang="en-US" altLang="zh-CN" sz="1200" dirty="0">
                <a:ea typeface="黑体"/>
                <a:cs typeface="Arial"/>
              </a:rPr>
              <a:t>1.5%</a:t>
            </a:r>
            <a:r>
              <a:rPr lang="en-US" altLang="zh-CN" sz="1200" b="1" dirty="0">
                <a:solidFill>
                  <a:srgbClr val="009900"/>
                </a:solidFill>
                <a:ea typeface="黑体"/>
                <a:cs typeface="Arial"/>
              </a:rPr>
              <a:t> </a:t>
            </a:r>
            <a:r>
              <a:rPr lang="en-US" altLang="zh-CN" sz="1200" dirty="0">
                <a:solidFill>
                  <a:srgbClr val="000000"/>
                </a:solidFill>
                <a:ea typeface="黑体"/>
                <a:cs typeface="Arial"/>
              </a:rPr>
              <a:t>waste ratio (YTD 1.4%) , </a:t>
            </a:r>
            <a:r>
              <a:rPr lang="en-US" altLang="zh-CN" sz="1200" dirty="0">
                <a:ea typeface="黑体"/>
                <a:cs typeface="Arial"/>
              </a:rPr>
              <a:t>1.5%</a:t>
            </a:r>
            <a:r>
              <a:rPr lang="en-US" altLang="zh-CN" sz="1200" dirty="0">
                <a:solidFill>
                  <a:srgbClr val="000000"/>
                </a:solidFill>
                <a:ea typeface="黑体"/>
                <a:cs typeface="Arial"/>
              </a:rPr>
              <a:t> recycle ratio (YTD 1.7%), both are within target.</a:t>
            </a:r>
          </a:p>
          <a:p>
            <a:pPr marL="0" indent="0">
              <a:spcAft>
                <a:spcPts val="450"/>
              </a:spcAft>
              <a:buClr>
                <a:srgbClr val="035FA9"/>
              </a:buClr>
              <a:buNone/>
              <a:defRPr/>
            </a:pPr>
            <a:r>
              <a:rPr lang="en-US" altLang="zh-CN" sz="1200" b="1" kern="0" dirty="0">
                <a:solidFill>
                  <a:srgbClr val="00B050"/>
                </a:solidFill>
                <a:ea typeface="黑体"/>
                <a:cs typeface="Arial"/>
              </a:rPr>
              <a:t>+  </a:t>
            </a:r>
            <a:r>
              <a:rPr lang="en-US" altLang="zh-CN" sz="1200" kern="0" dirty="0">
                <a:ea typeface="黑体"/>
                <a:cs typeface="Arial"/>
              </a:rPr>
              <a:t>SP9661 was quickly scaled up from 3t to 25t, and quality of the large campaign is comparable with the small trial.  </a:t>
            </a:r>
            <a:endParaRPr lang="en-US" altLang="zh-CN" sz="1200" dirty="0">
              <a:ea typeface="黑体"/>
              <a:cs typeface="Arial"/>
            </a:endParaRPr>
          </a:p>
          <a:p>
            <a:pPr>
              <a:spcAft>
                <a:spcPts val="450"/>
              </a:spcAft>
              <a:buClr>
                <a:srgbClr val="035FA9"/>
              </a:buClr>
              <a:buFontTx/>
              <a:buChar char="-"/>
              <a:defRPr/>
            </a:pPr>
            <a:endParaRPr lang="en-US" altLang="zh-CN" sz="1200" dirty="0">
              <a:solidFill>
                <a:srgbClr val="000000"/>
              </a:solidFill>
              <a:ea typeface="黑体"/>
              <a:cs typeface="Arial"/>
            </a:endParaRPr>
          </a:p>
          <a:p>
            <a:pPr>
              <a:spcAft>
                <a:spcPts val="450"/>
              </a:spcAft>
              <a:buClr>
                <a:srgbClr val="035FA9"/>
              </a:buClr>
              <a:buFontTx/>
              <a:buChar char="-"/>
              <a:defRPr/>
            </a:pPr>
            <a:endParaRPr lang="en-US" altLang="zh-CN" sz="1200" dirty="0">
              <a:solidFill>
                <a:srgbClr val="000000"/>
              </a:solidFill>
              <a:ea typeface="黑体"/>
              <a:cs typeface="Arial"/>
            </a:endParaRPr>
          </a:p>
        </p:txBody>
      </p:sp>
      <p:sp>
        <p:nvSpPr>
          <p:cNvPr id="7" name="矩形 6">
            <a:extLst>
              <a:ext uri="{FF2B5EF4-FFF2-40B4-BE49-F238E27FC236}">
                <a16:creationId xmlns:a16="http://schemas.microsoft.com/office/drawing/2014/main" id="{0FF57B55-A9AE-D301-B581-A2CD3F07860C}"/>
              </a:ext>
            </a:extLst>
          </p:cNvPr>
          <p:cNvSpPr/>
          <p:nvPr/>
        </p:nvSpPr>
        <p:spPr>
          <a:xfrm>
            <a:off x="5540168" y="361051"/>
            <a:ext cx="1747139" cy="55968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8519D537-4939-A16D-55BB-42A48EF21493}"/>
              </a:ext>
            </a:extLst>
          </p:cNvPr>
          <p:cNvSpPr/>
          <p:nvPr/>
        </p:nvSpPr>
        <p:spPr>
          <a:xfrm>
            <a:off x="5320953" y="121678"/>
            <a:ext cx="348595" cy="348595"/>
          </a:xfrm>
          <a:prstGeom prst="ellipse">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a:t>
            </a:r>
            <a:endParaRPr lang="zh-CN" altLang="en-US" dirty="0">
              <a:solidFill>
                <a:schemeClr val="tx1"/>
              </a:solidFill>
            </a:endParaRPr>
          </a:p>
        </p:txBody>
      </p:sp>
      <p:pic>
        <p:nvPicPr>
          <p:cNvPr id="12" name="图片 11">
            <a:extLst>
              <a:ext uri="{FF2B5EF4-FFF2-40B4-BE49-F238E27FC236}">
                <a16:creationId xmlns:a16="http://schemas.microsoft.com/office/drawing/2014/main" id="{C55BEBBE-EA96-D811-4DE6-7007ACBB58E2}"/>
              </a:ext>
            </a:extLst>
          </p:cNvPr>
          <p:cNvPicPr>
            <a:picLocks noChangeAspect="1"/>
          </p:cNvPicPr>
          <p:nvPr/>
        </p:nvPicPr>
        <p:blipFill>
          <a:blip r:embed="rId7"/>
          <a:stretch>
            <a:fillRect/>
          </a:stretch>
        </p:blipFill>
        <p:spPr>
          <a:xfrm>
            <a:off x="862126" y="1093779"/>
            <a:ext cx="10390680" cy="3528530"/>
          </a:xfrm>
          <a:prstGeom prst="rect">
            <a:avLst/>
          </a:prstGeom>
        </p:spPr>
      </p:pic>
      <p:sp>
        <p:nvSpPr>
          <p:cNvPr id="14" name="矩形 13">
            <a:extLst>
              <a:ext uri="{FF2B5EF4-FFF2-40B4-BE49-F238E27FC236}">
                <a16:creationId xmlns:a16="http://schemas.microsoft.com/office/drawing/2014/main" id="{4B136549-0E4F-191A-DAE3-210AF53A46C9}"/>
              </a:ext>
            </a:extLst>
          </p:cNvPr>
          <p:cNvSpPr/>
          <p:nvPr/>
        </p:nvSpPr>
        <p:spPr>
          <a:xfrm>
            <a:off x="406524" y="1042575"/>
            <a:ext cx="11400847" cy="366340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3FC5C4EC-4F24-9D2B-7C37-E6D6D938D399}"/>
              </a:ext>
            </a:extLst>
          </p:cNvPr>
          <p:cNvSpPr/>
          <p:nvPr/>
        </p:nvSpPr>
        <p:spPr>
          <a:xfrm>
            <a:off x="188865" y="864427"/>
            <a:ext cx="348595" cy="348595"/>
          </a:xfrm>
          <a:prstGeom prst="ellipse">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2</a:t>
            </a:r>
            <a:endParaRPr lang="zh-CN" altLang="en-US" dirty="0">
              <a:solidFill>
                <a:schemeClr val="tx1"/>
              </a:solidFill>
            </a:endParaRPr>
          </a:p>
        </p:txBody>
      </p:sp>
      <p:sp>
        <p:nvSpPr>
          <p:cNvPr id="18" name="矩形 17">
            <a:extLst>
              <a:ext uri="{FF2B5EF4-FFF2-40B4-BE49-F238E27FC236}">
                <a16:creationId xmlns:a16="http://schemas.microsoft.com/office/drawing/2014/main" id="{B38FB0C5-BD18-D70E-33EA-DDE0F20AA900}"/>
              </a:ext>
            </a:extLst>
          </p:cNvPr>
          <p:cNvSpPr/>
          <p:nvPr/>
        </p:nvSpPr>
        <p:spPr>
          <a:xfrm>
            <a:off x="406524" y="4827818"/>
            <a:ext cx="11400847" cy="18342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A942BA5B-85A9-D99B-C3B9-FC52DBFE584A}"/>
              </a:ext>
            </a:extLst>
          </p:cNvPr>
          <p:cNvSpPr/>
          <p:nvPr/>
        </p:nvSpPr>
        <p:spPr>
          <a:xfrm>
            <a:off x="188864" y="4635373"/>
            <a:ext cx="348595" cy="348595"/>
          </a:xfrm>
          <a:prstGeom prst="ellipse">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3</a:t>
            </a:r>
            <a:endParaRPr lang="zh-CN" altLang="en-US" dirty="0">
              <a:solidFill>
                <a:schemeClr val="tx1"/>
              </a:solidFill>
            </a:endParaRPr>
          </a:p>
        </p:txBody>
      </p:sp>
    </p:spTree>
    <p:extLst>
      <p:ext uri="{BB962C8B-B14F-4D97-AF65-F5344CB8AC3E}">
        <p14:creationId xmlns:p14="http://schemas.microsoft.com/office/powerpoint/2010/main" val="953259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hidden="1">
            <a:extLst>
              <a:ext uri="{FF2B5EF4-FFF2-40B4-BE49-F238E27FC236}">
                <a16:creationId xmlns:a16="http://schemas.microsoft.com/office/drawing/2014/main" id="{C6C851D5-0E8A-4D49-9994-A081A7A8519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5" imgW="347" imgH="346" progId="TCLayout.ActiveDocument.1">
                  <p:embed/>
                </p:oleObj>
              </mc:Choice>
              <mc:Fallback>
                <p:oleObj name="think-cell 幻灯片" r:id="rId5" imgW="347" imgH="346" progId="TCLayout.ActiveDocument.1">
                  <p:embed/>
                  <p:pic>
                    <p:nvPicPr>
                      <p:cNvPr id="4" name="对象 3" hidden="1">
                        <a:extLst>
                          <a:ext uri="{FF2B5EF4-FFF2-40B4-BE49-F238E27FC236}">
                            <a16:creationId xmlns:a16="http://schemas.microsoft.com/office/drawing/2014/main" id="{C6C851D5-0E8A-4D49-9994-A081A7A8519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矩形 4" hidden="1">
            <a:extLst>
              <a:ext uri="{FF2B5EF4-FFF2-40B4-BE49-F238E27FC236}">
                <a16:creationId xmlns:a16="http://schemas.microsoft.com/office/drawing/2014/main" id="{3649CE50-1BC4-4A70-9A9A-84398BFFE424}"/>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50" b="0" i="0" u="none" strike="noStrike" kern="1200" cap="none" spc="0" normalizeH="0" baseline="0" noProof="0">
              <a:ln>
                <a:noFill/>
              </a:ln>
              <a:solidFill>
                <a:srgbClr val="FFFFFF"/>
              </a:solidFill>
              <a:effectLst/>
              <a:uLnTx/>
              <a:uFillTx/>
              <a:latin typeface="Arial" panose="020B0604020202020204" pitchFamily="34" charset="0"/>
              <a:ea typeface="黑体" panose="02010609060101010101" pitchFamily="49" charset="-122"/>
              <a:cs typeface="+mn-cs"/>
              <a:sym typeface="Arial" panose="020B0604020202020204" pitchFamily="34" charset="0"/>
            </a:endParaRPr>
          </a:p>
        </p:txBody>
      </p:sp>
      <p:sp>
        <p:nvSpPr>
          <p:cNvPr id="2" name="标题 1">
            <a:extLst>
              <a:ext uri="{FF2B5EF4-FFF2-40B4-BE49-F238E27FC236}">
                <a16:creationId xmlns:a16="http://schemas.microsoft.com/office/drawing/2014/main" id="{BF2FACD5-566E-44D8-BD2F-09A5BBD3444C}"/>
              </a:ext>
            </a:extLst>
          </p:cNvPr>
          <p:cNvSpPr>
            <a:spLocks noGrp="1"/>
          </p:cNvSpPr>
          <p:nvPr>
            <p:ph type="title"/>
          </p:nvPr>
        </p:nvSpPr>
        <p:spPr>
          <a:xfrm>
            <a:off x="149784" y="430442"/>
            <a:ext cx="6050792" cy="862492"/>
          </a:xfrm>
        </p:spPr>
        <p:txBody>
          <a:bodyPr vert="horz"/>
          <a:lstStyle/>
          <a:p>
            <a:r>
              <a:rPr lang="en-US" dirty="0">
                <a:ea typeface="黑体"/>
              </a:rPr>
              <a:t>Monthly First Pass R</a:t>
            </a:r>
            <a:r>
              <a:rPr lang="en-US" altLang="zh-CN" dirty="0">
                <a:ea typeface="黑体"/>
              </a:rPr>
              <a:t>ate</a:t>
            </a:r>
            <a:r>
              <a:rPr lang="en-US" dirty="0">
                <a:ea typeface="黑体"/>
              </a:rPr>
              <a:t> - </a:t>
            </a:r>
            <a:r>
              <a:rPr lang="en-US" altLang="zh-CN" dirty="0">
                <a:ea typeface="黑体"/>
              </a:rPr>
              <a:t>Shanghai</a:t>
            </a:r>
            <a:endParaRPr lang="zh-CN" dirty="0"/>
          </a:p>
        </p:txBody>
      </p:sp>
      <p:sp>
        <p:nvSpPr>
          <p:cNvPr id="17" name="Textplatzhalter 31">
            <a:extLst>
              <a:ext uri="{FF2B5EF4-FFF2-40B4-BE49-F238E27FC236}">
                <a16:creationId xmlns:a16="http://schemas.microsoft.com/office/drawing/2014/main" id="{245A7964-9E5B-A155-DD0B-D22FB9BF8215}"/>
              </a:ext>
            </a:extLst>
          </p:cNvPr>
          <p:cNvSpPr txBox="1">
            <a:spLocks/>
          </p:cNvSpPr>
          <p:nvPr/>
        </p:nvSpPr>
        <p:spPr>
          <a:xfrm>
            <a:off x="580821" y="5022687"/>
            <a:ext cx="10766128" cy="1352426"/>
          </a:xfrm>
          <a:prstGeom prst="rect">
            <a:avLst/>
          </a:prstGeom>
        </p:spPr>
        <p:txBody>
          <a:bodyPr vert="horz" lIns="0" tIns="0" rIns="0" bIns="0" rtlCol="0" anchor="t">
            <a:noAutofit/>
          </a:bodyPr>
          <a:lstStyle>
            <a:lvl1pPr marL="342900" indent="-342900" algn="l" defTabSz="914400" rtl="0" eaLnBrk="1" latinLnBrk="0" hangingPunct="1">
              <a:lnSpc>
                <a:spcPct val="110000"/>
              </a:lnSpc>
              <a:spcBef>
                <a:spcPts val="0"/>
              </a:spcBef>
              <a:spcAft>
                <a:spcPts val="0"/>
              </a:spcAft>
              <a:buClr>
                <a:schemeClr val="accent1"/>
              </a:buClr>
              <a:buFont typeface="Wingdings" panose="05000000000000000000" pitchFamily="2" charset="2"/>
              <a:buChar char="n"/>
              <a:defRPr lang="de-DE" sz="2000" b="0" i="0" kern="1200" smtClean="0">
                <a:solidFill>
                  <a:schemeClr val="tx1"/>
                </a:solidFill>
                <a:latin typeface="Arial"/>
                <a:ea typeface="+mn-ea"/>
                <a:cs typeface="+mn-cs"/>
              </a:defRPr>
            </a:lvl1pPr>
            <a:lvl2pPr marL="719138" indent="-361950" algn="l" defTabSz="914400" rtl="0" eaLnBrk="1" latinLnBrk="0" hangingPunct="1">
              <a:lnSpc>
                <a:spcPct val="110000"/>
              </a:lnSpc>
              <a:spcBef>
                <a:spcPts val="600"/>
              </a:spcBef>
              <a:spcAft>
                <a:spcPts val="0"/>
              </a:spcAft>
              <a:buClr>
                <a:schemeClr val="accent1"/>
              </a:buClr>
              <a:buFont typeface="Wingdings 3" panose="05040102010807070707" pitchFamily="18" charset="2"/>
              <a:buChar char=""/>
              <a:defRPr lang="de-DE" sz="2000" b="0" i="0" kern="1200" smtClean="0">
                <a:solidFill>
                  <a:schemeClr val="tx1"/>
                </a:solidFill>
                <a:latin typeface="Arial"/>
                <a:ea typeface="+mn-ea"/>
                <a:cs typeface="+mn-cs"/>
              </a:defRPr>
            </a:lvl2pPr>
            <a:lvl3pPr marL="1074738" indent="-355600" algn="l" defTabSz="914400" rtl="0" eaLnBrk="1" latinLnBrk="0" hangingPunct="1">
              <a:lnSpc>
                <a:spcPct val="110000"/>
              </a:lnSpc>
              <a:spcBef>
                <a:spcPts val="300"/>
              </a:spcBef>
              <a:spcAft>
                <a:spcPts val="0"/>
              </a:spcAft>
              <a:buClr>
                <a:schemeClr val="accent1"/>
              </a:buClr>
              <a:buFont typeface="Arial" panose="020B0604020202020204" pitchFamily="34" charset="0"/>
              <a:buChar char="●"/>
              <a:tabLst/>
              <a:defRPr lang="de-DE" sz="2000" b="0" i="0" kern="1200" smtClean="0">
                <a:solidFill>
                  <a:schemeClr val="tx1"/>
                </a:solidFill>
                <a:latin typeface="Arial"/>
                <a:ea typeface="+mn-ea"/>
                <a:cs typeface="+mn-cs"/>
              </a:defRPr>
            </a:lvl3pPr>
            <a:lvl4pPr marL="1436688" indent="-361950" algn="l" defTabSz="914400" rtl="0" eaLnBrk="1" latinLnBrk="0" hangingPunct="1">
              <a:lnSpc>
                <a:spcPct val="110000"/>
              </a:lnSpc>
              <a:spcBef>
                <a:spcPts val="0"/>
              </a:spcBef>
              <a:spcAft>
                <a:spcPct val="50000"/>
              </a:spcAft>
              <a:buClr>
                <a:schemeClr val="accent1"/>
              </a:buClr>
              <a:buFont typeface="Arial" panose="020B0604020202020204" pitchFamily="34" charset="0"/>
              <a:buChar char="−"/>
              <a:defRPr lang="de-DE" sz="2000" b="0" i="0" kern="1200" smtClean="0">
                <a:solidFill>
                  <a:schemeClr val="tx1"/>
                </a:solidFill>
                <a:latin typeface="Arial"/>
                <a:ea typeface="+mn-ea"/>
                <a:cs typeface="+mn-cs"/>
              </a:defRPr>
            </a:lvl4pPr>
            <a:lvl5pPr marL="2057400" indent="-228600" algn="l" defTabSz="914400" rtl="0" eaLnBrk="1" latinLnBrk="0" hangingPunct="1">
              <a:lnSpc>
                <a:spcPct val="95000"/>
              </a:lnSpc>
              <a:spcBef>
                <a:spcPts val="0"/>
              </a:spcBef>
              <a:spcAft>
                <a:spcPct val="50000"/>
              </a:spcAft>
              <a:buClr>
                <a:schemeClr val="tx1"/>
              </a:buClr>
              <a:buFontTx/>
              <a:buChar char="–"/>
              <a:defRPr lang="de-DE" sz="2000" b="0" i="0" kern="1200" dirty="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450"/>
              </a:spcAft>
              <a:buClr>
                <a:srgbClr val="035FA9"/>
              </a:buClr>
              <a:defRPr/>
            </a:pPr>
            <a:r>
              <a:rPr lang="en-US" altLang="zh-CN" sz="1400" b="1" dirty="0">
                <a:solidFill>
                  <a:srgbClr val="000000"/>
                </a:solidFill>
              </a:rPr>
              <a:t>Quality</a:t>
            </a:r>
          </a:p>
          <a:p>
            <a:pPr marL="0" indent="0">
              <a:spcAft>
                <a:spcPts val="450"/>
              </a:spcAft>
              <a:buClr>
                <a:srgbClr val="035FA9"/>
              </a:buClr>
              <a:buNone/>
              <a:defRPr/>
            </a:pPr>
            <a:r>
              <a:rPr lang="zh-CN" altLang="zh-CN" sz="1200" dirty="0">
                <a:solidFill>
                  <a:srgbClr val="107C10"/>
                </a:solidFill>
              </a:rPr>
              <a:t>+ Highlights</a:t>
            </a:r>
            <a:r>
              <a:rPr lang="en-US" altLang="zh-CN" sz="1200" dirty="0">
                <a:solidFill>
                  <a:srgbClr val="107C10"/>
                </a:solidFill>
              </a:rPr>
              <a:t>:</a:t>
            </a:r>
            <a:endParaRPr lang="en-US" altLang="zh-CN" sz="1200" dirty="0">
              <a:solidFill>
                <a:srgbClr val="000000"/>
              </a:solidFill>
              <a:ea typeface="黑体"/>
              <a:cs typeface="Arial"/>
            </a:endParaRPr>
          </a:p>
          <a:p>
            <a:pPr marL="0" indent="0">
              <a:spcAft>
                <a:spcPts val="450"/>
              </a:spcAft>
              <a:buClr>
                <a:srgbClr val="FF0000"/>
              </a:buClr>
              <a:buNone/>
              <a:defRPr/>
            </a:pPr>
            <a:r>
              <a:rPr lang="en-US" altLang="zh-CN" sz="1200" b="1" kern="0" dirty="0">
                <a:solidFill>
                  <a:srgbClr val="0070C0"/>
                </a:solidFill>
                <a:ea typeface="黑体"/>
                <a:cs typeface="Arial"/>
              </a:rPr>
              <a:t>o  </a:t>
            </a:r>
            <a:r>
              <a:rPr lang="en-US" altLang="zh-CN" sz="1200" dirty="0">
                <a:solidFill>
                  <a:srgbClr val="000000"/>
                </a:solidFill>
                <a:ea typeface="黑体"/>
                <a:cs typeface="Arial"/>
              </a:rPr>
              <a:t>Monthly first-pass rate is 99.7% (YTD 99.7%).</a:t>
            </a:r>
          </a:p>
          <a:p>
            <a:pPr marL="0" indent="0">
              <a:spcAft>
                <a:spcPts val="450"/>
              </a:spcAft>
              <a:buClr>
                <a:srgbClr val="FF0000"/>
              </a:buClr>
              <a:buNone/>
              <a:defRPr/>
            </a:pPr>
            <a:r>
              <a:rPr lang="zh-CN" altLang="zh-CN" sz="1200" dirty="0">
                <a:solidFill>
                  <a:srgbClr val="D13438"/>
                </a:solidFill>
              </a:rPr>
              <a:t>- Lowlights</a:t>
            </a:r>
            <a:r>
              <a:rPr lang="en-US" altLang="zh-CN" sz="1200" dirty="0">
                <a:solidFill>
                  <a:srgbClr val="D13438"/>
                </a:solidFill>
              </a:rPr>
              <a:t>:</a:t>
            </a:r>
            <a:endParaRPr lang="en-US" altLang="zh-CN" sz="1200" dirty="0">
              <a:solidFill>
                <a:srgbClr val="000000"/>
              </a:solidFill>
              <a:ea typeface="黑体"/>
              <a:cs typeface="Arial"/>
            </a:endParaRPr>
          </a:p>
          <a:p>
            <a:pPr marL="0" indent="0">
              <a:spcAft>
                <a:spcPts val="450"/>
              </a:spcAft>
              <a:buClr>
                <a:srgbClr val="FF0000"/>
              </a:buClr>
              <a:buNone/>
              <a:defRPr/>
            </a:pPr>
            <a:r>
              <a:rPr lang="en-US" altLang="zh-CN" sz="1200" b="1" kern="0" dirty="0">
                <a:solidFill>
                  <a:srgbClr val="C00000"/>
                </a:solidFill>
                <a:ea typeface="黑体"/>
                <a:cs typeface="Arial"/>
              </a:rPr>
              <a:t>--  </a:t>
            </a:r>
            <a:r>
              <a:rPr lang="en-US" altLang="zh-CN" sz="1200" dirty="0">
                <a:solidFill>
                  <a:srgbClr val="000000"/>
                </a:solidFill>
                <a:ea typeface="黑体"/>
                <a:cs typeface="Arial"/>
              </a:rPr>
              <a:t>5.3t C85A15HPM was mixed with translucent pellets, which was generated by a short underdosing of PBT. The physical properties of this batches were not impacted. New interlock was under discussion to prevent underdosing/overdosing of PBT. </a:t>
            </a:r>
          </a:p>
        </p:txBody>
      </p:sp>
      <p:pic>
        <p:nvPicPr>
          <p:cNvPr id="6" name="图片 5">
            <a:extLst>
              <a:ext uri="{FF2B5EF4-FFF2-40B4-BE49-F238E27FC236}">
                <a16:creationId xmlns:a16="http://schemas.microsoft.com/office/drawing/2014/main" id="{576A4F5B-97A7-0EF7-CB77-7056258D88E1}"/>
              </a:ext>
            </a:extLst>
          </p:cNvPr>
          <p:cNvPicPr>
            <a:picLocks noChangeAspect="1"/>
          </p:cNvPicPr>
          <p:nvPr/>
        </p:nvPicPr>
        <p:blipFill>
          <a:blip r:embed="rId7"/>
          <a:stretch>
            <a:fillRect/>
          </a:stretch>
        </p:blipFill>
        <p:spPr>
          <a:xfrm>
            <a:off x="860435" y="1091679"/>
            <a:ext cx="10493024" cy="3565198"/>
          </a:xfrm>
          <a:prstGeom prst="rect">
            <a:avLst/>
          </a:prstGeom>
        </p:spPr>
      </p:pic>
      <p:sp>
        <p:nvSpPr>
          <p:cNvPr id="13" name="矩形 12">
            <a:extLst>
              <a:ext uri="{FF2B5EF4-FFF2-40B4-BE49-F238E27FC236}">
                <a16:creationId xmlns:a16="http://schemas.microsoft.com/office/drawing/2014/main" id="{AC3D8406-2F93-0B50-79BA-0E55E9C13DA0}"/>
              </a:ext>
            </a:extLst>
          </p:cNvPr>
          <p:cNvSpPr/>
          <p:nvPr/>
        </p:nvSpPr>
        <p:spPr>
          <a:xfrm>
            <a:off x="406524" y="4812896"/>
            <a:ext cx="11400847" cy="184916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9303A5E9-D2F8-AC25-DF30-3B12A885E2E5}"/>
              </a:ext>
            </a:extLst>
          </p:cNvPr>
          <p:cNvSpPr/>
          <p:nvPr/>
        </p:nvSpPr>
        <p:spPr>
          <a:xfrm>
            <a:off x="4492518" y="375972"/>
            <a:ext cx="1747139" cy="55968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C46D8133-F45D-23BC-9FEC-B45B81846172}"/>
              </a:ext>
            </a:extLst>
          </p:cNvPr>
          <p:cNvSpPr/>
          <p:nvPr/>
        </p:nvSpPr>
        <p:spPr>
          <a:xfrm>
            <a:off x="4273303" y="136599"/>
            <a:ext cx="348595" cy="348595"/>
          </a:xfrm>
          <a:prstGeom prst="ellipse">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a:t>
            </a:r>
            <a:endParaRPr lang="zh-CN" altLang="en-US" dirty="0">
              <a:solidFill>
                <a:schemeClr val="tx1"/>
              </a:solidFill>
            </a:endParaRPr>
          </a:p>
        </p:txBody>
      </p:sp>
      <p:sp>
        <p:nvSpPr>
          <p:cNvPr id="22" name="矩形 21">
            <a:extLst>
              <a:ext uri="{FF2B5EF4-FFF2-40B4-BE49-F238E27FC236}">
                <a16:creationId xmlns:a16="http://schemas.microsoft.com/office/drawing/2014/main" id="{04146981-A402-84FD-AF6B-F50B9B14F5ED}"/>
              </a:ext>
            </a:extLst>
          </p:cNvPr>
          <p:cNvSpPr/>
          <p:nvPr/>
        </p:nvSpPr>
        <p:spPr>
          <a:xfrm>
            <a:off x="406524" y="1042575"/>
            <a:ext cx="11400847" cy="366340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F28FFDBD-9B5E-129C-0200-B4D6ACFD9370}"/>
              </a:ext>
            </a:extLst>
          </p:cNvPr>
          <p:cNvSpPr/>
          <p:nvPr/>
        </p:nvSpPr>
        <p:spPr>
          <a:xfrm>
            <a:off x="188865" y="864427"/>
            <a:ext cx="348595" cy="348595"/>
          </a:xfrm>
          <a:prstGeom prst="ellipse">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2</a:t>
            </a:r>
            <a:endParaRPr lang="zh-CN" altLang="en-US" dirty="0">
              <a:solidFill>
                <a:schemeClr val="tx1"/>
              </a:solidFill>
            </a:endParaRPr>
          </a:p>
        </p:txBody>
      </p:sp>
      <p:sp>
        <p:nvSpPr>
          <p:cNvPr id="15" name="椭圆 14">
            <a:extLst>
              <a:ext uri="{FF2B5EF4-FFF2-40B4-BE49-F238E27FC236}">
                <a16:creationId xmlns:a16="http://schemas.microsoft.com/office/drawing/2014/main" id="{8724AAF4-166E-BBD1-E7EB-0920C0BC5354}"/>
              </a:ext>
            </a:extLst>
          </p:cNvPr>
          <p:cNvSpPr/>
          <p:nvPr/>
        </p:nvSpPr>
        <p:spPr>
          <a:xfrm>
            <a:off x="232226" y="4674092"/>
            <a:ext cx="348595" cy="348595"/>
          </a:xfrm>
          <a:prstGeom prst="ellipse">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3</a:t>
            </a:r>
            <a:endParaRPr lang="zh-CN" altLang="en-US" dirty="0">
              <a:solidFill>
                <a:schemeClr val="tx1"/>
              </a:solidFill>
            </a:endParaRPr>
          </a:p>
        </p:txBody>
      </p:sp>
    </p:spTree>
    <p:extLst>
      <p:ext uri="{BB962C8B-B14F-4D97-AF65-F5344CB8AC3E}">
        <p14:creationId xmlns:p14="http://schemas.microsoft.com/office/powerpoint/2010/main" val="2574921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hidden="1">
            <a:extLst>
              <a:ext uri="{FF2B5EF4-FFF2-40B4-BE49-F238E27FC236}">
                <a16:creationId xmlns:a16="http://schemas.microsoft.com/office/drawing/2014/main" id="{C6C851D5-0E8A-4D49-9994-A081A7A8519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5" imgW="347" imgH="346" progId="TCLayout.ActiveDocument.1">
                  <p:embed/>
                </p:oleObj>
              </mc:Choice>
              <mc:Fallback>
                <p:oleObj name="think-cellスライド" r:id="rId5" imgW="347" imgH="346" progId="TCLayout.ActiveDocument.1">
                  <p:embed/>
                  <p:pic>
                    <p:nvPicPr>
                      <p:cNvPr id="4" name="对象 3" hidden="1">
                        <a:extLst>
                          <a:ext uri="{FF2B5EF4-FFF2-40B4-BE49-F238E27FC236}">
                            <a16:creationId xmlns:a16="http://schemas.microsoft.com/office/drawing/2014/main" id="{C6C851D5-0E8A-4D49-9994-A081A7A8519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矩形 4" hidden="1">
            <a:extLst>
              <a:ext uri="{FF2B5EF4-FFF2-40B4-BE49-F238E27FC236}">
                <a16:creationId xmlns:a16="http://schemas.microsoft.com/office/drawing/2014/main" id="{3649CE50-1BC4-4A70-9A9A-84398BFFE424}"/>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zh-CN" altLang="en-US" sz="1050">
              <a:latin typeface="Arial" panose="020B0604020202020204" pitchFamily="34" charset="0"/>
              <a:ea typeface="黑体" panose="02010609060101010101" pitchFamily="49" charset="-122"/>
              <a:sym typeface="Arial" panose="020B0604020202020204" pitchFamily="34" charset="0"/>
            </a:endParaRPr>
          </a:p>
        </p:txBody>
      </p:sp>
      <p:sp>
        <p:nvSpPr>
          <p:cNvPr id="2" name="标题 1">
            <a:extLst>
              <a:ext uri="{FF2B5EF4-FFF2-40B4-BE49-F238E27FC236}">
                <a16:creationId xmlns:a16="http://schemas.microsoft.com/office/drawing/2014/main" id="{BF2FACD5-566E-44D8-BD2F-09A5BBD3444C}"/>
              </a:ext>
            </a:extLst>
          </p:cNvPr>
          <p:cNvSpPr>
            <a:spLocks noGrp="1"/>
          </p:cNvSpPr>
          <p:nvPr>
            <p:ph type="title"/>
          </p:nvPr>
        </p:nvSpPr>
        <p:spPr/>
        <p:txBody>
          <a:bodyPr vert="horz"/>
          <a:lstStyle/>
          <a:p>
            <a:r>
              <a:rPr lang="en-US" altLang="zh-CN">
                <a:ea typeface="黑体"/>
              </a:rPr>
              <a:t>Plant KPI Review - Shanghai</a:t>
            </a:r>
            <a:endParaRPr lang="zh-CN" altLang="en-US">
              <a:ea typeface="黑体"/>
            </a:endParaRPr>
          </a:p>
        </p:txBody>
      </p:sp>
      <p:sp>
        <p:nvSpPr>
          <p:cNvPr id="3" name="灯片编号占位符 2">
            <a:extLst>
              <a:ext uri="{FF2B5EF4-FFF2-40B4-BE49-F238E27FC236}">
                <a16:creationId xmlns:a16="http://schemas.microsoft.com/office/drawing/2014/main" id="{2DBF8C9E-4C4F-40C2-AE32-48AF68A1E06C}"/>
              </a:ext>
            </a:extLst>
          </p:cNvPr>
          <p:cNvSpPr>
            <a:spLocks noGrp="1"/>
          </p:cNvSpPr>
          <p:nvPr>
            <p:ph type="sldNum" sz="quarter" idx="10"/>
          </p:nvPr>
        </p:nvSpPr>
        <p:spPr/>
        <p:txBody>
          <a:bodyPr/>
          <a:lstStyle/>
          <a:p>
            <a:fld id="{54AB5D98-54C7-4C7B-AAD3-557553290621}" type="slidenum">
              <a:rPr lang="en-US" smtClean="0"/>
              <a:pPr/>
              <a:t>5</a:t>
            </a:fld>
            <a:endParaRPr lang="en-US"/>
          </a:p>
        </p:txBody>
      </p:sp>
      <p:graphicFrame>
        <p:nvGraphicFramePr>
          <p:cNvPr id="8" name="Table 79">
            <a:extLst>
              <a:ext uri="{FF2B5EF4-FFF2-40B4-BE49-F238E27FC236}">
                <a16:creationId xmlns:a16="http://schemas.microsoft.com/office/drawing/2014/main" id="{6EE76029-7AF6-81B0-3E62-AB8058088648}"/>
              </a:ext>
            </a:extLst>
          </p:cNvPr>
          <p:cNvGraphicFramePr>
            <a:graphicFrameLocks noGrp="1"/>
          </p:cNvGraphicFramePr>
          <p:nvPr>
            <p:extLst>
              <p:ext uri="{D42A27DB-BD31-4B8C-83A1-F6EECF244321}">
                <p14:modId xmlns:p14="http://schemas.microsoft.com/office/powerpoint/2010/main" val="3955615589"/>
              </p:ext>
            </p:extLst>
          </p:nvPr>
        </p:nvGraphicFramePr>
        <p:xfrm>
          <a:off x="544909" y="857042"/>
          <a:ext cx="11262462" cy="5899704"/>
        </p:xfrm>
        <a:graphic>
          <a:graphicData uri="http://schemas.openxmlformats.org/drawingml/2006/table">
            <a:tbl>
              <a:tblPr firstRow="1" bandRow="1">
                <a:tableStyleId>{5C22544A-7EE6-4342-B048-85BDC9FD1C3A}</a:tableStyleId>
              </a:tblPr>
              <a:tblGrid>
                <a:gridCol w="1462982">
                  <a:extLst>
                    <a:ext uri="{9D8B030D-6E8A-4147-A177-3AD203B41FA5}">
                      <a16:colId xmlns:a16="http://schemas.microsoft.com/office/drawing/2014/main" val="20000"/>
                    </a:ext>
                  </a:extLst>
                </a:gridCol>
                <a:gridCol w="801514">
                  <a:extLst>
                    <a:ext uri="{9D8B030D-6E8A-4147-A177-3AD203B41FA5}">
                      <a16:colId xmlns:a16="http://schemas.microsoft.com/office/drawing/2014/main" val="890485223"/>
                    </a:ext>
                  </a:extLst>
                </a:gridCol>
                <a:gridCol w="662914">
                  <a:extLst>
                    <a:ext uri="{9D8B030D-6E8A-4147-A177-3AD203B41FA5}">
                      <a16:colId xmlns:a16="http://schemas.microsoft.com/office/drawing/2014/main" val="1176624222"/>
                    </a:ext>
                  </a:extLst>
                </a:gridCol>
                <a:gridCol w="662914">
                  <a:extLst>
                    <a:ext uri="{9D8B030D-6E8A-4147-A177-3AD203B41FA5}">
                      <a16:colId xmlns:a16="http://schemas.microsoft.com/office/drawing/2014/main" val="3707476069"/>
                    </a:ext>
                  </a:extLst>
                </a:gridCol>
                <a:gridCol w="584102">
                  <a:extLst>
                    <a:ext uri="{9D8B030D-6E8A-4147-A177-3AD203B41FA5}">
                      <a16:colId xmlns:a16="http://schemas.microsoft.com/office/drawing/2014/main" val="759848532"/>
                    </a:ext>
                  </a:extLst>
                </a:gridCol>
                <a:gridCol w="584102">
                  <a:extLst>
                    <a:ext uri="{9D8B030D-6E8A-4147-A177-3AD203B41FA5}">
                      <a16:colId xmlns:a16="http://schemas.microsoft.com/office/drawing/2014/main" val="3392292910"/>
                    </a:ext>
                  </a:extLst>
                </a:gridCol>
                <a:gridCol w="584102">
                  <a:extLst>
                    <a:ext uri="{9D8B030D-6E8A-4147-A177-3AD203B41FA5}">
                      <a16:colId xmlns:a16="http://schemas.microsoft.com/office/drawing/2014/main" val="3593673036"/>
                    </a:ext>
                  </a:extLst>
                </a:gridCol>
                <a:gridCol w="584102">
                  <a:extLst>
                    <a:ext uri="{9D8B030D-6E8A-4147-A177-3AD203B41FA5}">
                      <a16:colId xmlns:a16="http://schemas.microsoft.com/office/drawing/2014/main" val="738089651"/>
                    </a:ext>
                  </a:extLst>
                </a:gridCol>
                <a:gridCol w="584102">
                  <a:extLst>
                    <a:ext uri="{9D8B030D-6E8A-4147-A177-3AD203B41FA5}">
                      <a16:colId xmlns:a16="http://schemas.microsoft.com/office/drawing/2014/main" val="1105370830"/>
                    </a:ext>
                  </a:extLst>
                </a:gridCol>
                <a:gridCol w="584102">
                  <a:extLst>
                    <a:ext uri="{9D8B030D-6E8A-4147-A177-3AD203B41FA5}">
                      <a16:colId xmlns:a16="http://schemas.microsoft.com/office/drawing/2014/main" val="3530458810"/>
                    </a:ext>
                  </a:extLst>
                </a:gridCol>
                <a:gridCol w="584102">
                  <a:extLst>
                    <a:ext uri="{9D8B030D-6E8A-4147-A177-3AD203B41FA5}">
                      <a16:colId xmlns:a16="http://schemas.microsoft.com/office/drawing/2014/main" val="1360190767"/>
                    </a:ext>
                  </a:extLst>
                </a:gridCol>
                <a:gridCol w="584102">
                  <a:extLst>
                    <a:ext uri="{9D8B030D-6E8A-4147-A177-3AD203B41FA5}">
                      <a16:colId xmlns:a16="http://schemas.microsoft.com/office/drawing/2014/main" val="3147821034"/>
                    </a:ext>
                  </a:extLst>
                </a:gridCol>
                <a:gridCol w="584102">
                  <a:extLst>
                    <a:ext uri="{9D8B030D-6E8A-4147-A177-3AD203B41FA5}">
                      <a16:colId xmlns:a16="http://schemas.microsoft.com/office/drawing/2014/main" val="3865369319"/>
                    </a:ext>
                  </a:extLst>
                </a:gridCol>
                <a:gridCol w="584102">
                  <a:extLst>
                    <a:ext uri="{9D8B030D-6E8A-4147-A177-3AD203B41FA5}">
                      <a16:colId xmlns:a16="http://schemas.microsoft.com/office/drawing/2014/main" val="4071816039"/>
                    </a:ext>
                  </a:extLst>
                </a:gridCol>
                <a:gridCol w="584102">
                  <a:extLst>
                    <a:ext uri="{9D8B030D-6E8A-4147-A177-3AD203B41FA5}">
                      <a16:colId xmlns:a16="http://schemas.microsoft.com/office/drawing/2014/main" val="1468925346"/>
                    </a:ext>
                  </a:extLst>
                </a:gridCol>
                <a:gridCol w="538995">
                  <a:extLst>
                    <a:ext uri="{9D8B030D-6E8A-4147-A177-3AD203B41FA5}">
                      <a16:colId xmlns:a16="http://schemas.microsoft.com/office/drawing/2014/main" val="2946929839"/>
                    </a:ext>
                  </a:extLst>
                </a:gridCol>
                <a:gridCol w="708021">
                  <a:extLst>
                    <a:ext uri="{9D8B030D-6E8A-4147-A177-3AD203B41FA5}">
                      <a16:colId xmlns:a16="http://schemas.microsoft.com/office/drawing/2014/main" val="87385595"/>
                    </a:ext>
                  </a:extLst>
                </a:gridCol>
              </a:tblGrid>
              <a:tr h="368259">
                <a:tc>
                  <a:txBody>
                    <a:bodyPr/>
                    <a:lstStyle/>
                    <a:p>
                      <a:pPr algn="ctr"/>
                      <a:r>
                        <a:rPr lang="en-US" sz="1200" dirty="0"/>
                        <a:t> Plant KPI</a:t>
                      </a:r>
                    </a:p>
                  </a:txBody>
                  <a:tcPr anchor="ctr"/>
                </a:tc>
                <a:tc>
                  <a:txBody>
                    <a:bodyPr/>
                    <a:lstStyle/>
                    <a:p>
                      <a:pPr algn="ctr"/>
                      <a:r>
                        <a:rPr lang="en-US" sz="1200"/>
                        <a:t>Unit</a:t>
                      </a:r>
                    </a:p>
                  </a:txBody>
                  <a:tcPr anchor="ctr"/>
                </a:tc>
                <a:tc>
                  <a:txBody>
                    <a:bodyPr/>
                    <a:lstStyle/>
                    <a:p>
                      <a:pPr algn="ctr"/>
                      <a:r>
                        <a:rPr lang="en-US" sz="1200"/>
                        <a:t>2025</a:t>
                      </a:r>
                    </a:p>
                    <a:p>
                      <a:pPr algn="ctr"/>
                      <a:r>
                        <a:rPr lang="en-US" sz="1200"/>
                        <a:t>Actual</a:t>
                      </a:r>
                    </a:p>
                  </a:txBody>
                  <a:tcPr anchor="ctr"/>
                </a:tc>
                <a:tc>
                  <a:txBody>
                    <a:bodyPr/>
                    <a:lstStyle/>
                    <a:p>
                      <a:pPr algn="ctr"/>
                      <a:r>
                        <a:rPr lang="en-US" sz="1200"/>
                        <a:t>2026</a:t>
                      </a:r>
                    </a:p>
                    <a:p>
                      <a:pPr algn="ctr"/>
                      <a:r>
                        <a:rPr lang="en-US" sz="1200"/>
                        <a:t>Target</a:t>
                      </a:r>
                    </a:p>
                  </a:txBody>
                  <a:tcPr anchor="ctr"/>
                </a:tc>
                <a:tc>
                  <a:txBody>
                    <a:bodyPr/>
                    <a:lstStyle/>
                    <a:p>
                      <a:pPr algn="ctr"/>
                      <a:r>
                        <a:rPr lang="en-US" sz="1200"/>
                        <a:t>Jan</a:t>
                      </a:r>
                    </a:p>
                  </a:txBody>
                  <a:tcPr anchor="ctr"/>
                </a:tc>
                <a:tc>
                  <a:txBody>
                    <a:bodyPr/>
                    <a:lstStyle/>
                    <a:p>
                      <a:pPr algn="ctr"/>
                      <a:r>
                        <a:rPr lang="en-US" sz="1200"/>
                        <a:t>Feb</a:t>
                      </a:r>
                    </a:p>
                  </a:txBody>
                  <a:tcPr anchor="ctr"/>
                </a:tc>
                <a:tc>
                  <a:txBody>
                    <a:bodyPr/>
                    <a:lstStyle/>
                    <a:p>
                      <a:pPr algn="ctr"/>
                      <a:r>
                        <a:rPr lang="en-US" sz="1200"/>
                        <a:t>Mar</a:t>
                      </a:r>
                    </a:p>
                  </a:txBody>
                  <a:tcPr anchor="ctr"/>
                </a:tc>
                <a:tc>
                  <a:txBody>
                    <a:bodyPr/>
                    <a:lstStyle/>
                    <a:p>
                      <a:pPr algn="ctr"/>
                      <a:r>
                        <a:rPr lang="en-US" sz="1200"/>
                        <a:t>Apr</a:t>
                      </a:r>
                    </a:p>
                  </a:txBody>
                  <a:tcPr anchor="ctr"/>
                </a:tc>
                <a:tc>
                  <a:txBody>
                    <a:bodyPr/>
                    <a:lstStyle/>
                    <a:p>
                      <a:pPr algn="ctr"/>
                      <a:r>
                        <a:rPr lang="en-US" sz="1200"/>
                        <a:t>May</a:t>
                      </a:r>
                    </a:p>
                  </a:txBody>
                  <a:tcPr anchor="ctr"/>
                </a:tc>
                <a:tc>
                  <a:txBody>
                    <a:bodyPr/>
                    <a:lstStyle/>
                    <a:p>
                      <a:pPr algn="ctr"/>
                      <a:r>
                        <a:rPr lang="en-US" sz="1200"/>
                        <a:t>Jun</a:t>
                      </a:r>
                    </a:p>
                  </a:txBody>
                  <a:tcPr anchor="ctr"/>
                </a:tc>
                <a:tc>
                  <a:txBody>
                    <a:bodyPr/>
                    <a:lstStyle/>
                    <a:p>
                      <a:pPr algn="ctr"/>
                      <a:r>
                        <a:rPr lang="en-US" sz="1200"/>
                        <a:t>Jul</a:t>
                      </a:r>
                    </a:p>
                  </a:txBody>
                  <a:tcPr anchor="ctr"/>
                </a:tc>
                <a:tc>
                  <a:txBody>
                    <a:bodyPr/>
                    <a:lstStyle/>
                    <a:p>
                      <a:pPr algn="ctr"/>
                      <a:r>
                        <a:rPr lang="en-US" sz="1200"/>
                        <a:t>Aug</a:t>
                      </a:r>
                    </a:p>
                  </a:txBody>
                  <a:tcPr anchor="ctr"/>
                </a:tc>
                <a:tc>
                  <a:txBody>
                    <a:bodyPr/>
                    <a:lstStyle/>
                    <a:p>
                      <a:pPr algn="ctr"/>
                      <a:r>
                        <a:rPr lang="en-US" sz="1200"/>
                        <a:t>Sep</a:t>
                      </a:r>
                    </a:p>
                  </a:txBody>
                  <a:tcPr anchor="ctr"/>
                </a:tc>
                <a:tc>
                  <a:txBody>
                    <a:bodyPr/>
                    <a:lstStyle/>
                    <a:p>
                      <a:pPr algn="ctr"/>
                      <a:r>
                        <a:rPr lang="en-US" sz="1200"/>
                        <a:t>Oct</a:t>
                      </a:r>
                    </a:p>
                  </a:txBody>
                  <a:tcPr anchor="ctr"/>
                </a:tc>
                <a:tc>
                  <a:txBody>
                    <a:bodyPr/>
                    <a:lstStyle/>
                    <a:p>
                      <a:pPr algn="ctr"/>
                      <a:r>
                        <a:rPr lang="en-US" sz="1200"/>
                        <a:t>Nov</a:t>
                      </a:r>
                    </a:p>
                  </a:txBody>
                  <a:tcPr anchor="ctr"/>
                </a:tc>
                <a:tc>
                  <a:txBody>
                    <a:bodyPr/>
                    <a:lstStyle/>
                    <a:p>
                      <a:pPr algn="ctr"/>
                      <a:r>
                        <a:rPr lang="en-US" sz="1200"/>
                        <a:t>Dec</a:t>
                      </a:r>
                    </a:p>
                  </a:txBody>
                  <a:tcPr anchor="ctr"/>
                </a:tc>
                <a:tc>
                  <a:txBody>
                    <a:bodyPr/>
                    <a:lstStyle/>
                    <a:p>
                      <a:pPr algn="ctr"/>
                      <a:r>
                        <a:rPr lang="en-US" sz="1200"/>
                        <a:t>YTD</a:t>
                      </a:r>
                    </a:p>
                  </a:txBody>
                  <a:tcPr anchor="ctr"/>
                </a:tc>
                <a:extLst>
                  <a:ext uri="{0D108BD9-81ED-4DB2-BD59-A6C34878D82A}">
                    <a16:rowId xmlns:a16="http://schemas.microsoft.com/office/drawing/2014/main" val="1793179485"/>
                  </a:ext>
                </a:extLst>
              </a:tr>
              <a:tr h="394563">
                <a:tc>
                  <a:txBody>
                    <a:bodyPr/>
                    <a:lstStyle/>
                    <a:p>
                      <a:pPr algn="l"/>
                      <a:r>
                        <a:rPr lang="en-US" altLang="zh-CN" sz="1200" dirty="0"/>
                        <a:t>LTI</a:t>
                      </a:r>
                      <a:r>
                        <a:rPr lang="en-US" sz="1200" dirty="0"/>
                        <a:t>/P</a:t>
                      </a:r>
                      <a:r>
                        <a:rPr lang="en-US" altLang="zh-CN" sz="1200" dirty="0"/>
                        <a:t>SI</a:t>
                      </a:r>
                      <a:endParaRPr lang="en-US" sz="1200" dirty="0">
                        <a:latin typeface="+mn-lt"/>
                      </a:endParaRPr>
                    </a:p>
                  </a:txBody>
                  <a:tcPr anchor="ctr"/>
                </a:tc>
                <a:tc>
                  <a:txBody>
                    <a:bodyPr/>
                    <a:lstStyle/>
                    <a:p>
                      <a:pPr algn="ctr"/>
                      <a:r>
                        <a:rPr lang="en-US" sz="1200" dirty="0">
                          <a:solidFill>
                            <a:srgbClr val="0000FF"/>
                          </a:solidFill>
                        </a:rPr>
                        <a:t>#</a:t>
                      </a:r>
                      <a:endParaRPr lang="en-US" sz="1200" dirty="0">
                        <a:solidFill>
                          <a:srgbClr val="0000FF"/>
                        </a:solidFill>
                        <a:latin typeface="+mn-lt"/>
                      </a:endParaRPr>
                    </a:p>
                  </a:txBody>
                  <a:tcPr anchor="ctr"/>
                </a:tc>
                <a:tc>
                  <a:txBody>
                    <a:bodyPr/>
                    <a:lstStyle/>
                    <a:p>
                      <a:pPr algn="ctr"/>
                      <a:r>
                        <a:rPr lang="en-US" sz="1200" b="0" dirty="0">
                          <a:solidFill>
                            <a:schemeClr val="tx1"/>
                          </a:solidFill>
                          <a:latin typeface="+mn-lt"/>
                        </a:rPr>
                        <a:t>0/0</a:t>
                      </a:r>
                    </a:p>
                  </a:txBody>
                  <a:tcPr anchor="ctr"/>
                </a:tc>
                <a:tc>
                  <a:txBody>
                    <a:bodyPr/>
                    <a:lstStyle/>
                    <a:p>
                      <a:pPr algn="ctr"/>
                      <a:r>
                        <a:rPr lang="en-US" sz="1200" b="1">
                          <a:solidFill>
                            <a:schemeClr val="tx1"/>
                          </a:solidFill>
                          <a:latin typeface="+mn-lt"/>
                        </a:rPr>
                        <a:t>0/0</a:t>
                      </a:r>
                    </a:p>
                  </a:txBody>
                  <a:tcPr anchor="ctr"/>
                </a:tc>
                <a:tc>
                  <a:txBody>
                    <a:bodyPr/>
                    <a:lstStyle/>
                    <a:p>
                      <a:pPr algn="ctr"/>
                      <a:r>
                        <a:rPr lang="en-US" sz="1200">
                          <a:solidFill>
                            <a:schemeClr val="tx1"/>
                          </a:solidFill>
                          <a:latin typeface="+mn-lt"/>
                        </a:rPr>
                        <a:t>0/0</a:t>
                      </a:r>
                    </a:p>
                  </a:txBody>
                  <a:tcPr anchor="ctr"/>
                </a:tc>
                <a:tc>
                  <a:txBody>
                    <a:bodyPr/>
                    <a:lstStyle/>
                    <a:p>
                      <a:pPr algn="ctr"/>
                      <a:r>
                        <a:rPr lang="en-US" sz="1200">
                          <a:solidFill>
                            <a:schemeClr val="tx1"/>
                          </a:solidFill>
                          <a:latin typeface="+mn-lt"/>
                        </a:rPr>
                        <a:t>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solidFill>
                            <a:schemeClr val="tx1"/>
                          </a:solidFill>
                          <a:latin typeface="+mn-lt"/>
                        </a:rPr>
                        <a:t>0/0</a:t>
                      </a:r>
                    </a:p>
                  </a:txBody>
                  <a:tcPr anchor="ctr"/>
                </a:tc>
                <a:tc>
                  <a:txBody>
                    <a:bodyPr/>
                    <a:lstStyle/>
                    <a:p>
                      <a:pPr algn="ctr"/>
                      <a:r>
                        <a:rPr lang="en-US" sz="1200">
                          <a:solidFill>
                            <a:schemeClr val="tx1"/>
                          </a:solidFill>
                          <a:latin typeface="+mn-lt"/>
                        </a:rPr>
                        <a:t>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solidFill>
                            <a:schemeClr val="tx1"/>
                          </a:solidFill>
                          <a:latin typeface="+mn-lt"/>
                        </a:rPr>
                        <a:t>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solidFill>
                            <a:schemeClr val="tx1"/>
                          </a:solidFill>
                          <a:latin typeface="+mn-lt"/>
                        </a:rPr>
                        <a:t>0/0</a:t>
                      </a:r>
                    </a:p>
                  </a:txBody>
                  <a:tcPr anchor="ctr"/>
                </a:tc>
                <a:tc>
                  <a:txBody>
                    <a:bodyPr/>
                    <a:lstStyle/>
                    <a:p>
                      <a:pPr algn="ctr"/>
                      <a:r>
                        <a:rPr lang="en-US" sz="1200">
                          <a:solidFill>
                            <a:schemeClr val="tx1"/>
                          </a:solidFill>
                          <a:latin typeface="+mn-lt"/>
                        </a:rPr>
                        <a:t>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solidFill>
                            <a:schemeClr val="tx1"/>
                          </a:solidFill>
                          <a:latin typeface="+mn-lt"/>
                        </a:rPr>
                        <a:t>0/0</a:t>
                      </a:r>
                    </a:p>
                  </a:txBody>
                  <a:tcPr anchor="ctr"/>
                </a:tc>
                <a:tc>
                  <a:txBody>
                    <a:bodyPr/>
                    <a:lstStyle/>
                    <a:p>
                      <a:pPr algn="ctr"/>
                      <a:endParaRPr lang="en-US" sz="1200">
                        <a:solidFill>
                          <a:schemeClr val="tx1"/>
                        </a:solidFill>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200">
                        <a:solidFill>
                          <a:schemeClr val="tx1"/>
                        </a:solidFill>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200">
                        <a:solidFill>
                          <a:schemeClr val="tx1"/>
                        </a:solidFill>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200">
                        <a:solidFill>
                          <a:schemeClr val="tx1"/>
                        </a:solidFill>
                        <a:latin typeface="+mn-lt"/>
                      </a:endParaRPr>
                    </a:p>
                  </a:txBody>
                  <a:tcPr anchor="ctr"/>
                </a:tc>
                <a:tc>
                  <a:txBody>
                    <a:bodyPr/>
                    <a:lstStyle/>
                    <a:p>
                      <a:pPr algn="ctr"/>
                      <a:r>
                        <a:rPr lang="en-US" sz="1200" b="1">
                          <a:solidFill>
                            <a:srgbClr val="0000FF"/>
                          </a:solidFill>
                          <a:latin typeface="+mn-lt"/>
                        </a:rPr>
                        <a:t>0/0</a:t>
                      </a:r>
                    </a:p>
                  </a:txBody>
                  <a:tcPr anchor="ctr"/>
                </a:tc>
                <a:extLst>
                  <a:ext uri="{0D108BD9-81ED-4DB2-BD59-A6C34878D82A}">
                    <a16:rowId xmlns:a16="http://schemas.microsoft.com/office/drawing/2014/main" val="10001"/>
                  </a:ext>
                </a:extLst>
              </a:tr>
              <a:tr h="3945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Yellow card</a:t>
                      </a:r>
                      <a:endParaRPr lang="en-US" sz="1200">
                        <a:solidFill>
                          <a:srgbClr val="0000FF"/>
                        </a:solidFill>
                        <a:latin typeface="+mn-lt"/>
                      </a:endParaRPr>
                    </a:p>
                  </a:txBody>
                  <a:tcPr anchor="ctr"/>
                </a:tc>
                <a:tc>
                  <a:txBody>
                    <a:bodyPr/>
                    <a:lstStyle/>
                    <a:p>
                      <a:pPr algn="ctr"/>
                      <a:r>
                        <a:rPr lang="en-US" sz="1200">
                          <a:solidFill>
                            <a:srgbClr val="0000FF"/>
                          </a:solidFill>
                        </a:rPr>
                        <a:t>#/HC/m.</a:t>
                      </a:r>
                      <a:endParaRPr lang="en-US" sz="1200">
                        <a:solidFill>
                          <a:srgbClr val="0000FF"/>
                        </a:solidFill>
                        <a:latin typeface="+mn-lt"/>
                      </a:endParaRPr>
                    </a:p>
                  </a:txBody>
                  <a:tcPr anchor="ctr"/>
                </a:tc>
                <a:tc>
                  <a:txBody>
                    <a:bodyPr/>
                    <a:lstStyle/>
                    <a:p>
                      <a:pPr algn="ctr"/>
                      <a:r>
                        <a:rPr lang="en-US" sz="1200" b="0" dirty="0">
                          <a:solidFill>
                            <a:schemeClr val="tx1"/>
                          </a:solidFill>
                          <a:latin typeface="+mn-lt"/>
                        </a:rPr>
                        <a:t>1.2</a:t>
                      </a:r>
                    </a:p>
                  </a:txBody>
                  <a:tcPr anchor="ctr"/>
                </a:tc>
                <a:tc>
                  <a:txBody>
                    <a:bodyPr/>
                    <a:lstStyle/>
                    <a:p>
                      <a:pPr algn="ctr"/>
                      <a:r>
                        <a:rPr lang="en-US" sz="1200" b="1" dirty="0">
                          <a:solidFill>
                            <a:schemeClr val="tx1"/>
                          </a:solidFill>
                          <a:latin typeface="+mn-lt"/>
                        </a:rPr>
                        <a:t>1.0</a:t>
                      </a:r>
                    </a:p>
                  </a:txBody>
                  <a:tcPr anchor="ctr"/>
                </a:tc>
                <a:tc>
                  <a:txBody>
                    <a:bodyPr/>
                    <a:lstStyle/>
                    <a:p>
                      <a:pPr algn="ctr"/>
                      <a:r>
                        <a:rPr lang="en-US" sz="1200">
                          <a:solidFill>
                            <a:schemeClr val="tx1"/>
                          </a:solidFill>
                          <a:highlight>
                            <a:srgbClr val="FFFF00"/>
                          </a:highlight>
                          <a:latin typeface="+mn-lt"/>
                        </a:rPr>
                        <a:t>0.9</a:t>
                      </a:r>
                    </a:p>
                  </a:txBody>
                  <a:tcPr anchor="ctr"/>
                </a:tc>
                <a:tc>
                  <a:txBody>
                    <a:bodyPr/>
                    <a:lstStyle/>
                    <a:p>
                      <a:pPr algn="ctr"/>
                      <a:r>
                        <a:rPr lang="en-US" sz="1200">
                          <a:solidFill>
                            <a:schemeClr val="tx1"/>
                          </a:solidFill>
                          <a:highlight>
                            <a:srgbClr val="FFFF00"/>
                          </a:highlight>
                          <a:latin typeface="+mn-lt"/>
                        </a:rPr>
                        <a:t>0.6</a:t>
                      </a:r>
                    </a:p>
                  </a:txBody>
                  <a:tcPr anchor="ctr"/>
                </a:tc>
                <a:tc>
                  <a:txBody>
                    <a:bodyPr/>
                    <a:lstStyle/>
                    <a:p>
                      <a:pPr algn="ctr"/>
                      <a:r>
                        <a:rPr lang="en-US" sz="1200">
                          <a:solidFill>
                            <a:schemeClr val="tx1"/>
                          </a:solidFill>
                          <a:latin typeface="+mn-lt"/>
                        </a:rPr>
                        <a:t>1.6</a:t>
                      </a:r>
                    </a:p>
                  </a:txBody>
                  <a:tcPr anchor="ctr"/>
                </a:tc>
                <a:tc>
                  <a:txBody>
                    <a:bodyPr/>
                    <a:lstStyle/>
                    <a:p>
                      <a:pPr algn="ctr"/>
                      <a:r>
                        <a:rPr lang="en-US" sz="1200">
                          <a:solidFill>
                            <a:schemeClr val="tx1"/>
                          </a:solidFill>
                          <a:latin typeface="+mn-lt"/>
                        </a:rPr>
                        <a:t>1.5</a:t>
                      </a:r>
                    </a:p>
                  </a:txBody>
                  <a:tcPr anchor="ctr"/>
                </a:tc>
                <a:tc>
                  <a:txBody>
                    <a:bodyPr/>
                    <a:lstStyle/>
                    <a:p>
                      <a:pPr algn="ctr"/>
                      <a:r>
                        <a:rPr lang="en-US" sz="1200">
                          <a:solidFill>
                            <a:schemeClr val="tx1"/>
                          </a:solidFill>
                          <a:latin typeface="+mn-lt"/>
                        </a:rPr>
                        <a:t>1.1</a:t>
                      </a:r>
                    </a:p>
                  </a:txBody>
                  <a:tcPr anchor="ctr"/>
                </a:tc>
                <a:tc>
                  <a:txBody>
                    <a:bodyPr/>
                    <a:lstStyle/>
                    <a:p>
                      <a:pPr algn="ctr"/>
                      <a:r>
                        <a:rPr lang="en-US" sz="1200">
                          <a:solidFill>
                            <a:schemeClr val="tx1"/>
                          </a:solidFill>
                          <a:latin typeface="+mn-lt"/>
                        </a:rPr>
                        <a:t>1.3</a:t>
                      </a:r>
                    </a:p>
                  </a:txBody>
                  <a:tcPr anchor="ctr"/>
                </a:tc>
                <a:tc>
                  <a:txBody>
                    <a:bodyPr/>
                    <a:lstStyle/>
                    <a:p>
                      <a:pPr algn="ctr"/>
                      <a:r>
                        <a:rPr lang="en-US" sz="1200">
                          <a:solidFill>
                            <a:schemeClr val="tx1"/>
                          </a:solidFill>
                          <a:latin typeface="+mn-lt"/>
                        </a:rPr>
                        <a:t>1.2</a:t>
                      </a:r>
                    </a:p>
                  </a:txBody>
                  <a:tcPr anchor="ctr"/>
                </a:tc>
                <a:tc>
                  <a:txBody>
                    <a:bodyPr/>
                    <a:lstStyle/>
                    <a:p>
                      <a:pPr algn="ctr"/>
                      <a:r>
                        <a:rPr lang="en-US" sz="1200">
                          <a:solidFill>
                            <a:schemeClr val="tx1"/>
                          </a:solidFill>
                          <a:latin typeface="+mn-lt"/>
                        </a:rPr>
                        <a:t>1.3</a:t>
                      </a: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r>
                        <a:rPr lang="en-US" sz="1200" b="1">
                          <a:solidFill>
                            <a:srgbClr val="0000FF"/>
                          </a:solidFill>
                          <a:latin typeface="+mn-lt"/>
                        </a:rPr>
                        <a:t>1.2</a:t>
                      </a:r>
                    </a:p>
                  </a:txBody>
                  <a:tcPr anchor="ctr"/>
                </a:tc>
                <a:extLst>
                  <a:ext uri="{0D108BD9-81ED-4DB2-BD59-A6C34878D82A}">
                    <a16:rowId xmlns:a16="http://schemas.microsoft.com/office/drawing/2014/main" val="2004511572"/>
                  </a:ext>
                </a:extLst>
              </a:tr>
              <a:tr h="394563">
                <a:tc>
                  <a:txBody>
                    <a:bodyPr/>
                    <a:lstStyle/>
                    <a:p>
                      <a:pPr algn="l"/>
                      <a:r>
                        <a:rPr lang="en-US" sz="1200"/>
                        <a:t>Closed rate of Yellow card</a:t>
                      </a:r>
                      <a:endParaRPr lang="en-US" sz="1200">
                        <a:latin typeface="+mn-lt"/>
                      </a:endParaRPr>
                    </a:p>
                  </a:txBody>
                  <a:tcPr anchor="ctr"/>
                </a:tc>
                <a:tc>
                  <a:txBody>
                    <a:bodyPr/>
                    <a:lstStyle/>
                    <a:p>
                      <a:pPr algn="ctr"/>
                      <a:r>
                        <a:rPr lang="en-US" sz="1200">
                          <a:solidFill>
                            <a:srgbClr val="0000FF"/>
                          </a:solidFill>
                        </a:rPr>
                        <a:t>%</a:t>
                      </a:r>
                      <a:endParaRPr lang="en-US" sz="1200">
                        <a:solidFill>
                          <a:srgbClr val="0000FF"/>
                        </a:solidFill>
                        <a:latin typeface="+mn-lt"/>
                      </a:endParaRPr>
                    </a:p>
                  </a:txBody>
                  <a:tcPr anchor="ctr"/>
                </a:tc>
                <a:tc>
                  <a:txBody>
                    <a:bodyPr/>
                    <a:lstStyle/>
                    <a:p>
                      <a:pPr algn="ctr"/>
                      <a:r>
                        <a:rPr lang="en-US" sz="1200" b="0">
                          <a:solidFill>
                            <a:schemeClr val="tx1"/>
                          </a:solidFill>
                          <a:latin typeface="+mn-lt"/>
                        </a:rPr>
                        <a:t>100</a:t>
                      </a:r>
                    </a:p>
                  </a:txBody>
                  <a:tcPr anchor="ctr"/>
                </a:tc>
                <a:tc>
                  <a:txBody>
                    <a:bodyPr/>
                    <a:lstStyle/>
                    <a:p>
                      <a:pPr algn="ctr"/>
                      <a:r>
                        <a:rPr lang="en-US" sz="1200" b="1">
                          <a:solidFill>
                            <a:schemeClr val="tx1"/>
                          </a:solidFill>
                          <a:latin typeface="+mn-lt"/>
                        </a:rPr>
                        <a:t>90</a:t>
                      </a:r>
                    </a:p>
                  </a:txBody>
                  <a:tcPr anchor="ctr"/>
                </a:tc>
                <a:tc>
                  <a:txBody>
                    <a:bodyPr/>
                    <a:lstStyle/>
                    <a:p>
                      <a:pPr algn="ctr"/>
                      <a:r>
                        <a:rPr lang="en-US" sz="1200" dirty="0">
                          <a:solidFill>
                            <a:schemeClr val="tx1"/>
                          </a:solidFill>
                          <a:latin typeface="+mn-lt"/>
                        </a:rPr>
                        <a:t>96</a:t>
                      </a:r>
                    </a:p>
                  </a:txBody>
                  <a:tcPr anchor="ctr"/>
                </a:tc>
                <a:tc>
                  <a:txBody>
                    <a:bodyPr/>
                    <a:lstStyle/>
                    <a:p>
                      <a:pPr algn="ctr"/>
                      <a:r>
                        <a:rPr lang="en-US" sz="1200" dirty="0">
                          <a:solidFill>
                            <a:schemeClr val="tx1"/>
                          </a:solidFill>
                          <a:latin typeface="+mn-lt"/>
                        </a:rPr>
                        <a:t>100</a:t>
                      </a:r>
                    </a:p>
                  </a:txBody>
                  <a:tcPr anchor="ctr"/>
                </a:tc>
                <a:tc>
                  <a:txBody>
                    <a:bodyPr/>
                    <a:lstStyle/>
                    <a:p>
                      <a:pPr algn="ctr"/>
                      <a:r>
                        <a:rPr lang="en-US" sz="1200">
                          <a:solidFill>
                            <a:schemeClr val="tx1"/>
                          </a:solidFill>
                          <a:latin typeface="+mn-lt"/>
                        </a:rPr>
                        <a:t>99</a:t>
                      </a:r>
                    </a:p>
                  </a:txBody>
                  <a:tcPr anchor="ctr"/>
                </a:tc>
                <a:tc>
                  <a:txBody>
                    <a:bodyPr/>
                    <a:lstStyle/>
                    <a:p>
                      <a:pPr algn="ctr"/>
                      <a:r>
                        <a:rPr lang="en-US" sz="1200">
                          <a:solidFill>
                            <a:schemeClr val="tx1"/>
                          </a:solidFill>
                          <a:latin typeface="+mn-lt"/>
                        </a:rPr>
                        <a:t>99</a:t>
                      </a:r>
                    </a:p>
                  </a:txBody>
                  <a:tcPr anchor="ctr"/>
                </a:tc>
                <a:tc>
                  <a:txBody>
                    <a:bodyPr/>
                    <a:lstStyle/>
                    <a:p>
                      <a:pPr algn="ctr"/>
                      <a:r>
                        <a:rPr lang="en-US" sz="1200">
                          <a:solidFill>
                            <a:schemeClr val="tx1"/>
                          </a:solidFill>
                          <a:latin typeface="+mn-lt"/>
                        </a:rPr>
                        <a:t>100</a:t>
                      </a:r>
                    </a:p>
                  </a:txBody>
                  <a:tcPr anchor="ctr"/>
                </a:tc>
                <a:tc>
                  <a:txBody>
                    <a:bodyPr/>
                    <a:lstStyle/>
                    <a:p>
                      <a:pPr algn="ctr"/>
                      <a:r>
                        <a:rPr lang="en-US" sz="1200">
                          <a:solidFill>
                            <a:schemeClr val="tx1"/>
                          </a:solidFill>
                          <a:latin typeface="+mn-lt"/>
                        </a:rPr>
                        <a:t>100</a:t>
                      </a:r>
                    </a:p>
                  </a:txBody>
                  <a:tcPr anchor="ctr"/>
                </a:tc>
                <a:tc>
                  <a:txBody>
                    <a:bodyPr/>
                    <a:lstStyle/>
                    <a:p>
                      <a:pPr algn="ctr"/>
                      <a:r>
                        <a:rPr lang="en-US" sz="1200">
                          <a:solidFill>
                            <a:schemeClr val="tx1"/>
                          </a:solidFill>
                          <a:latin typeface="+mn-lt"/>
                        </a:rPr>
                        <a:t>100</a:t>
                      </a:r>
                    </a:p>
                  </a:txBody>
                  <a:tcPr anchor="ctr"/>
                </a:tc>
                <a:tc>
                  <a:txBody>
                    <a:bodyPr/>
                    <a:lstStyle/>
                    <a:p>
                      <a:pPr algn="ctr"/>
                      <a:r>
                        <a:rPr lang="en-US" sz="1200">
                          <a:solidFill>
                            <a:schemeClr val="tx1"/>
                          </a:solidFill>
                          <a:latin typeface="+mn-lt"/>
                        </a:rPr>
                        <a:t>100</a:t>
                      </a: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r>
                        <a:rPr lang="en-US" sz="1200" b="1">
                          <a:solidFill>
                            <a:srgbClr val="0000FF"/>
                          </a:solidFill>
                          <a:latin typeface="+mn-lt"/>
                        </a:rPr>
                        <a:t>100</a:t>
                      </a:r>
                    </a:p>
                  </a:txBody>
                  <a:tcPr anchor="ctr"/>
                </a:tc>
                <a:extLst>
                  <a:ext uri="{0D108BD9-81ED-4DB2-BD59-A6C34878D82A}">
                    <a16:rowId xmlns:a16="http://schemas.microsoft.com/office/drawing/2014/main" val="3922846941"/>
                  </a:ext>
                </a:extLst>
              </a:tr>
              <a:tr h="394563">
                <a:tc>
                  <a:txBody>
                    <a:bodyPr/>
                    <a:lstStyle/>
                    <a:p>
                      <a:pPr algn="l"/>
                      <a:r>
                        <a:rPr lang="en-US" sz="1200"/>
                        <a:t>BBS Observation</a:t>
                      </a:r>
                      <a:endParaRPr lang="en-US" sz="120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solidFill>
                            <a:srgbClr val="0000FF"/>
                          </a:solidFill>
                        </a:rPr>
                        <a:t>#/HC/a.</a:t>
                      </a:r>
                      <a:endParaRPr lang="en-US" altLang="zh-CN" sz="1200">
                        <a:solidFill>
                          <a:srgbClr val="0000FF"/>
                        </a:solidFill>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0">
                          <a:solidFill>
                            <a:schemeClr val="tx1"/>
                          </a:solidFill>
                          <a:latin typeface="+mn-lt"/>
                        </a:rPr>
                        <a:t>2.9</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a:solidFill>
                            <a:schemeClr val="tx1"/>
                          </a:solidFill>
                          <a:latin typeface="+mn-lt"/>
                        </a:rPr>
                        <a:t>1.5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solidFill>
                            <a:schemeClr val="tx1"/>
                          </a:solidFill>
                          <a:latin typeface="+mn-lt"/>
                        </a:rPr>
                        <a:t>0.1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mn-lt"/>
                        </a:rPr>
                        <a:t>0.1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mn-lt"/>
                        </a:rPr>
                        <a:t>0.1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mn-lt"/>
                        </a:rPr>
                        <a:t>0.1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solidFill>
                            <a:schemeClr val="tx1"/>
                          </a:solidFill>
                          <a:latin typeface="+mn-lt"/>
                        </a:rPr>
                        <a:t>0.2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solidFill>
                            <a:schemeClr val="tx1"/>
                          </a:solidFill>
                          <a:latin typeface="+mn-lt"/>
                        </a:rPr>
                        <a:t>0.6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solidFill>
                            <a:schemeClr val="tx1"/>
                          </a:solidFill>
                          <a:latin typeface="+mn-lt"/>
                        </a:rPr>
                        <a:t>0.1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solidFill>
                            <a:schemeClr val="tx1"/>
                          </a:solidFill>
                          <a:latin typeface="+mn-lt"/>
                        </a:rPr>
                        <a:t>0.1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200">
                        <a:solidFill>
                          <a:schemeClr val="tx1"/>
                        </a:solidFill>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200">
                        <a:solidFill>
                          <a:schemeClr val="tx1"/>
                        </a:solidFill>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200">
                        <a:solidFill>
                          <a:schemeClr val="tx1"/>
                        </a:solidFill>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200">
                        <a:solidFill>
                          <a:schemeClr val="tx1"/>
                        </a:solidFill>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a:solidFill>
                            <a:srgbClr val="0000FF"/>
                          </a:solidFill>
                          <a:latin typeface="+mn-lt"/>
                        </a:rPr>
                        <a:t>1.4</a:t>
                      </a:r>
                    </a:p>
                  </a:txBody>
                  <a:tcPr anchor="ctr"/>
                </a:tc>
                <a:extLst>
                  <a:ext uri="{0D108BD9-81ED-4DB2-BD59-A6C34878D82A}">
                    <a16:rowId xmlns:a16="http://schemas.microsoft.com/office/drawing/2014/main" val="1708741937"/>
                  </a:ext>
                </a:extLst>
              </a:tr>
              <a:tr h="394563">
                <a:tc>
                  <a:txBody>
                    <a:bodyPr/>
                    <a:lstStyle/>
                    <a:p>
                      <a:pPr algn="l"/>
                      <a:r>
                        <a:rPr lang="en-US" sz="1200"/>
                        <a:t>Permit Inspection in the field</a:t>
                      </a:r>
                      <a:endParaRPr lang="en-US" sz="1200">
                        <a:latin typeface="+mn-lt"/>
                      </a:endParaRPr>
                    </a:p>
                  </a:txBody>
                  <a:tcPr anchor="ctr"/>
                </a:tc>
                <a:tc>
                  <a:txBody>
                    <a:bodyPr/>
                    <a:lstStyle/>
                    <a:p>
                      <a:pPr algn="ctr"/>
                      <a:r>
                        <a:rPr lang="en-US" sz="1200">
                          <a:solidFill>
                            <a:srgbClr val="0000FF"/>
                          </a:solidFill>
                        </a:rPr>
                        <a:t>%</a:t>
                      </a:r>
                      <a:endParaRPr lang="en-US" sz="1200">
                        <a:solidFill>
                          <a:srgbClr val="0000FF"/>
                        </a:solidFill>
                        <a:latin typeface="+mn-lt"/>
                      </a:endParaRPr>
                    </a:p>
                  </a:txBody>
                  <a:tcPr anchor="ctr"/>
                </a:tc>
                <a:tc>
                  <a:txBody>
                    <a:bodyPr/>
                    <a:lstStyle/>
                    <a:p>
                      <a:pPr algn="ctr"/>
                      <a:r>
                        <a:rPr lang="en-US" sz="1200" b="0">
                          <a:solidFill>
                            <a:schemeClr val="tx1"/>
                          </a:solidFill>
                          <a:latin typeface="+mn-lt"/>
                        </a:rPr>
                        <a:t>100</a:t>
                      </a:r>
                    </a:p>
                  </a:txBody>
                  <a:tcPr anchor="ctr"/>
                </a:tc>
                <a:tc>
                  <a:txBody>
                    <a:bodyPr/>
                    <a:lstStyle/>
                    <a:p>
                      <a:pPr algn="ctr"/>
                      <a:r>
                        <a:rPr lang="en-US" sz="1200" b="1">
                          <a:solidFill>
                            <a:schemeClr val="tx1"/>
                          </a:solidFill>
                          <a:latin typeface="+mn-lt"/>
                        </a:rPr>
                        <a:t>100</a:t>
                      </a:r>
                    </a:p>
                  </a:txBody>
                  <a:tcPr anchor="ctr"/>
                </a:tc>
                <a:tc>
                  <a:txBody>
                    <a:bodyPr/>
                    <a:lstStyle/>
                    <a:p>
                      <a:pPr algn="ctr"/>
                      <a:r>
                        <a:rPr lang="en-US" sz="1200">
                          <a:solidFill>
                            <a:schemeClr val="tx1"/>
                          </a:solidFill>
                          <a:latin typeface="+mn-lt"/>
                        </a:rPr>
                        <a:t>100</a:t>
                      </a:r>
                    </a:p>
                  </a:txBody>
                  <a:tcPr anchor="ctr"/>
                </a:tc>
                <a:tc>
                  <a:txBody>
                    <a:bodyPr/>
                    <a:lstStyle/>
                    <a:p>
                      <a:pPr algn="ctr"/>
                      <a:r>
                        <a:rPr lang="en-US" sz="1200">
                          <a:solidFill>
                            <a:schemeClr val="tx1"/>
                          </a:solidFill>
                          <a:latin typeface="+mn-lt"/>
                        </a:rPr>
                        <a:t>100</a:t>
                      </a:r>
                    </a:p>
                  </a:txBody>
                  <a:tcPr anchor="ctr"/>
                </a:tc>
                <a:tc>
                  <a:txBody>
                    <a:bodyPr/>
                    <a:lstStyle/>
                    <a:p>
                      <a:pPr algn="ctr"/>
                      <a:r>
                        <a:rPr lang="en-US" sz="1200">
                          <a:solidFill>
                            <a:schemeClr val="tx1"/>
                          </a:solidFill>
                          <a:latin typeface="+mn-lt"/>
                        </a:rPr>
                        <a:t>100</a:t>
                      </a:r>
                    </a:p>
                  </a:txBody>
                  <a:tcPr anchor="ctr"/>
                </a:tc>
                <a:tc>
                  <a:txBody>
                    <a:bodyPr/>
                    <a:lstStyle/>
                    <a:p>
                      <a:pPr algn="ctr"/>
                      <a:r>
                        <a:rPr lang="en-US" sz="1200" dirty="0">
                          <a:solidFill>
                            <a:schemeClr val="tx1"/>
                          </a:solidFill>
                          <a:latin typeface="+mn-lt"/>
                        </a:rPr>
                        <a:t>100</a:t>
                      </a:r>
                    </a:p>
                  </a:txBody>
                  <a:tcPr anchor="ctr"/>
                </a:tc>
                <a:tc>
                  <a:txBody>
                    <a:bodyPr/>
                    <a:lstStyle/>
                    <a:p>
                      <a:pPr algn="ctr"/>
                      <a:r>
                        <a:rPr lang="en-US" sz="1200" dirty="0">
                          <a:solidFill>
                            <a:schemeClr val="tx1"/>
                          </a:solidFill>
                          <a:latin typeface="+mn-lt"/>
                        </a:rPr>
                        <a:t>100</a:t>
                      </a:r>
                    </a:p>
                  </a:txBody>
                  <a:tcPr anchor="ctr"/>
                </a:tc>
                <a:tc>
                  <a:txBody>
                    <a:bodyPr/>
                    <a:lstStyle/>
                    <a:p>
                      <a:pPr algn="ctr"/>
                      <a:r>
                        <a:rPr lang="en-US" sz="1200">
                          <a:solidFill>
                            <a:schemeClr val="tx1"/>
                          </a:solidFill>
                          <a:latin typeface="+mn-lt"/>
                        </a:rPr>
                        <a:t>100</a:t>
                      </a:r>
                    </a:p>
                  </a:txBody>
                  <a:tcPr anchor="ctr"/>
                </a:tc>
                <a:tc>
                  <a:txBody>
                    <a:bodyPr/>
                    <a:lstStyle/>
                    <a:p>
                      <a:pPr algn="ctr"/>
                      <a:r>
                        <a:rPr lang="en-US" sz="1200">
                          <a:solidFill>
                            <a:schemeClr val="tx1"/>
                          </a:solidFill>
                          <a:latin typeface="+mn-lt"/>
                        </a:rPr>
                        <a:t>100</a:t>
                      </a:r>
                    </a:p>
                  </a:txBody>
                  <a:tcPr anchor="ctr"/>
                </a:tc>
                <a:tc>
                  <a:txBody>
                    <a:bodyPr/>
                    <a:lstStyle/>
                    <a:p>
                      <a:pPr algn="ctr"/>
                      <a:r>
                        <a:rPr lang="en-US" sz="1200">
                          <a:solidFill>
                            <a:schemeClr val="tx1"/>
                          </a:solidFill>
                          <a:latin typeface="+mn-lt"/>
                        </a:rPr>
                        <a:t>100</a:t>
                      </a: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r>
                        <a:rPr lang="en-US" sz="1200" b="1">
                          <a:solidFill>
                            <a:srgbClr val="0000FF"/>
                          </a:solidFill>
                          <a:latin typeface="+mn-lt"/>
                        </a:rPr>
                        <a:t>100</a:t>
                      </a:r>
                    </a:p>
                  </a:txBody>
                  <a:tcPr anchor="ctr"/>
                </a:tc>
                <a:extLst>
                  <a:ext uri="{0D108BD9-81ED-4DB2-BD59-A6C34878D82A}">
                    <a16:rowId xmlns:a16="http://schemas.microsoft.com/office/drawing/2014/main" val="3586739557"/>
                  </a:ext>
                </a:extLst>
              </a:tr>
              <a:tr h="394563">
                <a:tc>
                  <a:txBody>
                    <a:bodyPr/>
                    <a:lstStyle/>
                    <a:p>
                      <a:pPr algn="l"/>
                      <a:r>
                        <a:rPr lang="en-US" sz="1200">
                          <a:latin typeface="+mn-lt"/>
                        </a:rPr>
                        <a:t>Production</a:t>
                      </a:r>
                      <a:r>
                        <a:rPr lang="en-US" sz="1200" baseline="0">
                          <a:latin typeface="+mn-lt"/>
                        </a:rPr>
                        <a:t> Volume</a:t>
                      </a:r>
                    </a:p>
                  </a:txBody>
                  <a:tcPr anchor="ctr"/>
                </a:tc>
                <a:tc>
                  <a:txBody>
                    <a:bodyPr/>
                    <a:lstStyle/>
                    <a:p>
                      <a:pPr algn="ctr"/>
                      <a:r>
                        <a:rPr lang="en-US" sz="1200">
                          <a:solidFill>
                            <a:srgbClr val="0000FF"/>
                          </a:solidFill>
                          <a:latin typeface="+mn-lt"/>
                        </a:rPr>
                        <a:t>kt</a:t>
                      </a:r>
                    </a:p>
                  </a:txBody>
                  <a:tcPr anchor="ctr"/>
                </a:tc>
                <a:tc>
                  <a:txBody>
                    <a:bodyPr/>
                    <a:lstStyle/>
                    <a:p>
                      <a:pPr algn="ctr"/>
                      <a:r>
                        <a:rPr lang="en-US" sz="1200" b="0">
                          <a:solidFill>
                            <a:schemeClr val="tx1"/>
                          </a:solidFill>
                          <a:latin typeface="+mn-lt"/>
                        </a:rPr>
                        <a:t>24.7</a:t>
                      </a:r>
                    </a:p>
                  </a:txBody>
                  <a:tcPr anchor="ctr"/>
                </a:tc>
                <a:tc>
                  <a:txBody>
                    <a:bodyPr/>
                    <a:lstStyle/>
                    <a:p>
                      <a:pPr algn="ctr"/>
                      <a:r>
                        <a:rPr lang="en-US" sz="1200" b="1">
                          <a:solidFill>
                            <a:schemeClr val="tx1"/>
                          </a:solidFill>
                          <a:latin typeface="+mn-lt"/>
                        </a:rPr>
                        <a:t>24.5</a:t>
                      </a:r>
                    </a:p>
                  </a:txBody>
                  <a:tcPr anchor="ctr"/>
                </a:tc>
                <a:tc>
                  <a:txBody>
                    <a:bodyPr/>
                    <a:lstStyle/>
                    <a:p>
                      <a:pPr algn="ctr"/>
                      <a:r>
                        <a:rPr lang="en-US" sz="1200">
                          <a:solidFill>
                            <a:schemeClr val="tx1"/>
                          </a:solidFill>
                          <a:latin typeface="+mn-lt"/>
                        </a:rPr>
                        <a:t>2.1</a:t>
                      </a:r>
                    </a:p>
                  </a:txBody>
                  <a:tcPr anchor="ctr"/>
                </a:tc>
                <a:tc>
                  <a:txBody>
                    <a:bodyPr/>
                    <a:lstStyle/>
                    <a:p>
                      <a:pPr algn="ctr"/>
                      <a:r>
                        <a:rPr lang="en-US" sz="1200">
                          <a:solidFill>
                            <a:schemeClr val="tx1"/>
                          </a:solidFill>
                          <a:latin typeface="+mn-lt"/>
                        </a:rPr>
                        <a:t>1.8</a:t>
                      </a:r>
                    </a:p>
                  </a:txBody>
                  <a:tcPr anchor="ctr"/>
                </a:tc>
                <a:tc>
                  <a:txBody>
                    <a:bodyPr/>
                    <a:lstStyle/>
                    <a:p>
                      <a:pPr algn="ctr"/>
                      <a:r>
                        <a:rPr lang="en-US" sz="1200">
                          <a:solidFill>
                            <a:schemeClr val="tx1"/>
                          </a:solidFill>
                          <a:latin typeface="+mn-lt"/>
                        </a:rPr>
                        <a:t>2.4</a:t>
                      </a:r>
                    </a:p>
                  </a:txBody>
                  <a:tcPr anchor="ctr"/>
                </a:tc>
                <a:tc>
                  <a:txBody>
                    <a:bodyPr/>
                    <a:lstStyle/>
                    <a:p>
                      <a:pPr algn="ctr"/>
                      <a:r>
                        <a:rPr lang="en-US" sz="1200">
                          <a:solidFill>
                            <a:schemeClr val="tx1"/>
                          </a:solidFill>
                          <a:latin typeface="+mn-lt"/>
                        </a:rPr>
                        <a:t>2.6</a:t>
                      </a:r>
                    </a:p>
                  </a:txBody>
                  <a:tcPr anchor="ctr"/>
                </a:tc>
                <a:tc>
                  <a:txBody>
                    <a:bodyPr/>
                    <a:lstStyle/>
                    <a:p>
                      <a:pPr algn="ctr"/>
                      <a:r>
                        <a:rPr lang="en-US" sz="1200" dirty="0">
                          <a:solidFill>
                            <a:schemeClr val="tx1"/>
                          </a:solidFill>
                          <a:latin typeface="+mn-lt"/>
                        </a:rPr>
                        <a:t>2.6</a:t>
                      </a:r>
                    </a:p>
                  </a:txBody>
                  <a:tcPr anchor="ctr"/>
                </a:tc>
                <a:tc>
                  <a:txBody>
                    <a:bodyPr/>
                    <a:lstStyle/>
                    <a:p>
                      <a:pPr algn="ctr"/>
                      <a:r>
                        <a:rPr lang="en-US" sz="1200">
                          <a:solidFill>
                            <a:schemeClr val="tx1"/>
                          </a:solidFill>
                          <a:latin typeface="+mn-lt"/>
                        </a:rPr>
                        <a:t>2.3</a:t>
                      </a:r>
                    </a:p>
                  </a:txBody>
                  <a:tcPr anchor="ctr"/>
                </a:tc>
                <a:tc>
                  <a:txBody>
                    <a:bodyPr/>
                    <a:lstStyle/>
                    <a:p>
                      <a:pPr algn="ctr"/>
                      <a:r>
                        <a:rPr lang="en-US" sz="1200">
                          <a:solidFill>
                            <a:schemeClr val="tx1"/>
                          </a:solidFill>
                          <a:latin typeface="+mn-lt"/>
                        </a:rPr>
                        <a:t>2.3</a:t>
                      </a:r>
                    </a:p>
                  </a:txBody>
                  <a:tcPr anchor="ctr"/>
                </a:tc>
                <a:tc>
                  <a:txBody>
                    <a:bodyPr/>
                    <a:lstStyle/>
                    <a:p>
                      <a:pPr algn="ctr"/>
                      <a:r>
                        <a:rPr lang="en-US" sz="1200">
                          <a:solidFill>
                            <a:schemeClr val="tx1"/>
                          </a:solidFill>
                          <a:latin typeface="+mn-lt"/>
                        </a:rPr>
                        <a:t>2.0</a:t>
                      </a: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r>
                        <a:rPr lang="en-US" sz="1200" b="1">
                          <a:solidFill>
                            <a:srgbClr val="0000FF"/>
                          </a:solidFill>
                          <a:latin typeface="+mn-lt"/>
                        </a:rPr>
                        <a:t>18.1</a:t>
                      </a:r>
                    </a:p>
                  </a:txBody>
                  <a:tcPr anchor="ctr"/>
                </a:tc>
                <a:extLst>
                  <a:ext uri="{0D108BD9-81ED-4DB2-BD59-A6C34878D82A}">
                    <a16:rowId xmlns:a16="http://schemas.microsoft.com/office/drawing/2014/main" val="3710815998"/>
                  </a:ext>
                </a:extLst>
              </a:tr>
              <a:tr h="394563">
                <a:tc>
                  <a:txBody>
                    <a:bodyPr/>
                    <a:lstStyle/>
                    <a:p>
                      <a:pPr algn="l"/>
                      <a:r>
                        <a:rPr lang="en-US" sz="1200" baseline="0">
                          <a:latin typeface="+mn-lt"/>
                        </a:rPr>
                        <a:t>Schedule Loss (iac)</a:t>
                      </a:r>
                    </a:p>
                  </a:txBody>
                  <a:tcPr anchor="ctr"/>
                </a:tc>
                <a:tc>
                  <a:txBody>
                    <a:bodyPr/>
                    <a:lstStyle/>
                    <a:p>
                      <a:pPr marL="0" indent="0" algn="ctr" defTabSz="685891" rtl="0" eaLnBrk="1" latinLnBrk="0" hangingPunct="1">
                        <a:buFont typeface="Wingdings"/>
                        <a:buNone/>
                      </a:pPr>
                      <a:r>
                        <a:rPr lang="en-US" sz="1200" kern="1200">
                          <a:solidFill>
                            <a:srgbClr val="0000FF"/>
                          </a:solidFill>
                          <a:latin typeface="+mn-lt"/>
                          <a:ea typeface="+mn-ea"/>
                          <a:cs typeface="+mn-cs"/>
                        </a:rPr>
                        <a:t>%</a:t>
                      </a:r>
                    </a:p>
                  </a:txBody>
                  <a:tcPr anchor="ctr"/>
                </a:tc>
                <a:tc>
                  <a:txBody>
                    <a:bodyPr/>
                    <a:lstStyle/>
                    <a:p>
                      <a:pPr algn="ctr"/>
                      <a:r>
                        <a:rPr lang="en-US" sz="1200" b="0">
                          <a:solidFill>
                            <a:schemeClr val="tx1"/>
                          </a:solidFill>
                          <a:latin typeface="+mn-lt"/>
                        </a:rPr>
                        <a:t>13.4</a:t>
                      </a:r>
                    </a:p>
                  </a:txBody>
                  <a:tcPr anchor="ctr"/>
                </a:tc>
                <a:tc>
                  <a:txBody>
                    <a:bodyPr/>
                    <a:lstStyle/>
                    <a:p>
                      <a:pPr algn="ctr"/>
                      <a:r>
                        <a:rPr lang="en-US" sz="1200" b="1">
                          <a:solidFill>
                            <a:schemeClr val="tx1"/>
                          </a:solidFill>
                          <a:latin typeface="+mn-lt"/>
                        </a:rPr>
                        <a:t>11</a:t>
                      </a:r>
                    </a:p>
                  </a:txBody>
                  <a:tcPr anchor="ctr"/>
                </a:tc>
                <a:tc>
                  <a:txBody>
                    <a:bodyPr/>
                    <a:lstStyle/>
                    <a:p>
                      <a:pPr algn="ctr"/>
                      <a:r>
                        <a:rPr lang="en-US" sz="1200">
                          <a:solidFill>
                            <a:schemeClr val="tx1"/>
                          </a:solidFill>
                          <a:latin typeface="+mn-lt"/>
                        </a:rPr>
                        <a:t>10.7</a:t>
                      </a:r>
                    </a:p>
                  </a:txBody>
                  <a:tcPr anchor="ctr"/>
                </a:tc>
                <a:tc>
                  <a:txBody>
                    <a:bodyPr/>
                    <a:lstStyle/>
                    <a:p>
                      <a:pPr algn="ctr"/>
                      <a:r>
                        <a:rPr lang="en-US" sz="1200">
                          <a:solidFill>
                            <a:schemeClr val="tx1"/>
                          </a:solidFill>
                          <a:latin typeface="+mn-lt"/>
                        </a:rPr>
                        <a:t>9.2</a:t>
                      </a:r>
                    </a:p>
                  </a:txBody>
                  <a:tcPr anchor="ctr"/>
                </a:tc>
                <a:tc>
                  <a:txBody>
                    <a:bodyPr/>
                    <a:lstStyle/>
                    <a:p>
                      <a:pPr algn="ctr"/>
                      <a:r>
                        <a:rPr lang="en-US" sz="1200">
                          <a:solidFill>
                            <a:schemeClr val="tx1"/>
                          </a:solidFill>
                          <a:highlight>
                            <a:srgbClr val="FFFF00"/>
                          </a:highlight>
                          <a:latin typeface="+mn-lt"/>
                        </a:rPr>
                        <a:t>12.8</a:t>
                      </a:r>
                    </a:p>
                  </a:txBody>
                  <a:tcPr anchor="ctr"/>
                </a:tc>
                <a:tc>
                  <a:txBody>
                    <a:bodyPr/>
                    <a:lstStyle/>
                    <a:p>
                      <a:pPr algn="ctr"/>
                      <a:r>
                        <a:rPr lang="en-US" sz="1200">
                          <a:solidFill>
                            <a:schemeClr val="tx1"/>
                          </a:solidFill>
                          <a:latin typeface="+mn-lt"/>
                        </a:rPr>
                        <a:t>10.7</a:t>
                      </a:r>
                    </a:p>
                  </a:txBody>
                  <a:tcPr anchor="ctr"/>
                </a:tc>
                <a:tc>
                  <a:txBody>
                    <a:bodyPr/>
                    <a:lstStyle/>
                    <a:p>
                      <a:pPr algn="ctr"/>
                      <a:r>
                        <a:rPr lang="en-US" sz="1200">
                          <a:solidFill>
                            <a:schemeClr val="tx1"/>
                          </a:solidFill>
                          <a:latin typeface="+mn-lt"/>
                        </a:rPr>
                        <a:t>10.2</a:t>
                      </a:r>
                    </a:p>
                  </a:txBody>
                  <a:tcPr anchor="ctr"/>
                </a:tc>
                <a:tc>
                  <a:txBody>
                    <a:bodyPr/>
                    <a:lstStyle/>
                    <a:p>
                      <a:pPr algn="ctr"/>
                      <a:r>
                        <a:rPr lang="en-US" sz="1200" dirty="0">
                          <a:solidFill>
                            <a:schemeClr val="tx1"/>
                          </a:solidFill>
                          <a:highlight>
                            <a:srgbClr val="FFFF00"/>
                          </a:highlight>
                          <a:latin typeface="+mn-lt"/>
                        </a:rPr>
                        <a:t>15.4</a:t>
                      </a:r>
                    </a:p>
                  </a:txBody>
                  <a:tcPr anchor="ctr"/>
                </a:tc>
                <a:tc>
                  <a:txBody>
                    <a:bodyPr/>
                    <a:lstStyle/>
                    <a:p>
                      <a:pPr algn="ctr"/>
                      <a:r>
                        <a:rPr lang="en-US" sz="1200" dirty="0">
                          <a:solidFill>
                            <a:schemeClr val="tx1"/>
                          </a:solidFill>
                          <a:latin typeface="+mn-lt"/>
                        </a:rPr>
                        <a:t>10.2</a:t>
                      </a:r>
                    </a:p>
                  </a:txBody>
                  <a:tcPr anchor="ctr"/>
                </a:tc>
                <a:tc>
                  <a:txBody>
                    <a:bodyPr/>
                    <a:lstStyle/>
                    <a:p>
                      <a:pPr algn="ctr"/>
                      <a:r>
                        <a:rPr lang="en-US" sz="1200">
                          <a:solidFill>
                            <a:schemeClr val="tx1"/>
                          </a:solidFill>
                          <a:latin typeface="+mn-lt"/>
                        </a:rPr>
                        <a:t>9.9</a:t>
                      </a: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highlight>
                          <a:srgbClr val="FFFF00"/>
                        </a:highlight>
                        <a:latin typeface="+mn-lt"/>
                      </a:endParaRPr>
                    </a:p>
                  </a:txBody>
                  <a:tcPr anchor="ctr"/>
                </a:tc>
                <a:tc>
                  <a:txBody>
                    <a:bodyPr/>
                    <a:lstStyle/>
                    <a:p>
                      <a:pPr algn="ctr"/>
                      <a:endParaRPr lang="en-US" sz="1200">
                        <a:solidFill>
                          <a:schemeClr val="tx1"/>
                        </a:solidFill>
                        <a:highlight>
                          <a:srgbClr val="FFFF00"/>
                        </a:highlight>
                        <a:latin typeface="+mn-lt"/>
                      </a:endParaRPr>
                    </a:p>
                  </a:txBody>
                  <a:tcPr anchor="ctr"/>
                </a:tc>
                <a:tc>
                  <a:txBody>
                    <a:bodyPr/>
                    <a:lstStyle/>
                    <a:p>
                      <a:pPr algn="ctr"/>
                      <a:endParaRPr lang="en-US" sz="1200">
                        <a:solidFill>
                          <a:schemeClr val="tx1"/>
                        </a:solidFill>
                        <a:highlight>
                          <a:srgbClr val="FFFF00"/>
                        </a:highlight>
                        <a:latin typeface="+mn-lt"/>
                      </a:endParaRPr>
                    </a:p>
                  </a:txBody>
                  <a:tcPr anchor="ctr"/>
                </a:tc>
                <a:tc>
                  <a:txBody>
                    <a:bodyPr/>
                    <a:lstStyle/>
                    <a:p>
                      <a:pPr algn="ctr"/>
                      <a:r>
                        <a:rPr lang="en-US" sz="1200" b="1">
                          <a:solidFill>
                            <a:srgbClr val="0000FF"/>
                          </a:solidFill>
                          <a:latin typeface="+mn-lt"/>
                        </a:rPr>
                        <a:t>11.1</a:t>
                      </a:r>
                    </a:p>
                  </a:txBody>
                  <a:tcPr anchor="ctr"/>
                </a:tc>
                <a:extLst>
                  <a:ext uri="{0D108BD9-81ED-4DB2-BD59-A6C34878D82A}">
                    <a16:rowId xmlns:a16="http://schemas.microsoft.com/office/drawing/2014/main" val="2677994314"/>
                  </a:ext>
                </a:extLst>
              </a:tr>
              <a:tr h="394563">
                <a:tc>
                  <a:txBody>
                    <a:bodyPr/>
                    <a:lstStyle/>
                    <a:p>
                      <a:pPr algn="l"/>
                      <a:r>
                        <a:rPr lang="en-US" sz="1200">
                          <a:latin typeface="+mn-lt"/>
                        </a:rPr>
                        <a:t>Unexpected Loss (iac)</a:t>
                      </a:r>
                    </a:p>
                  </a:txBody>
                  <a:tcPr anchor="ctr"/>
                </a:tc>
                <a:tc>
                  <a:txBody>
                    <a:bodyPr/>
                    <a:lstStyle/>
                    <a:p>
                      <a:pPr marL="0" indent="0" algn="ctr" defTabSz="685891" rtl="0" eaLnBrk="1" latinLnBrk="0" hangingPunct="1">
                        <a:buFont typeface="Wingdings"/>
                        <a:buNone/>
                      </a:pPr>
                      <a:r>
                        <a:rPr lang="en-US" sz="1200" kern="1200">
                          <a:solidFill>
                            <a:srgbClr val="0000FF"/>
                          </a:solidFill>
                          <a:latin typeface="+mn-lt"/>
                          <a:ea typeface="+mn-ea"/>
                          <a:cs typeface="+mn-cs"/>
                        </a:rPr>
                        <a:t>%</a:t>
                      </a:r>
                    </a:p>
                  </a:txBody>
                  <a:tcPr anchor="ctr"/>
                </a:tc>
                <a:tc>
                  <a:txBody>
                    <a:bodyPr/>
                    <a:lstStyle/>
                    <a:p>
                      <a:pPr algn="ctr"/>
                      <a:r>
                        <a:rPr lang="en-US" sz="1200" b="0">
                          <a:solidFill>
                            <a:schemeClr val="tx1"/>
                          </a:solidFill>
                          <a:latin typeface="+mn-lt"/>
                        </a:rPr>
                        <a:t>2.2</a:t>
                      </a:r>
                    </a:p>
                  </a:txBody>
                  <a:tcPr anchor="ctr"/>
                </a:tc>
                <a:tc>
                  <a:txBody>
                    <a:bodyPr/>
                    <a:lstStyle/>
                    <a:p>
                      <a:pPr algn="ctr"/>
                      <a:r>
                        <a:rPr lang="en-US" sz="1200" b="1">
                          <a:solidFill>
                            <a:schemeClr val="tx1"/>
                          </a:solidFill>
                          <a:latin typeface="+mn-lt"/>
                        </a:rPr>
                        <a:t>4.0</a:t>
                      </a:r>
                    </a:p>
                  </a:txBody>
                  <a:tcPr anchor="ctr"/>
                </a:tc>
                <a:tc>
                  <a:txBody>
                    <a:bodyPr/>
                    <a:lstStyle/>
                    <a:p>
                      <a:pPr algn="ctr"/>
                      <a:r>
                        <a:rPr lang="en-US" sz="1200">
                          <a:solidFill>
                            <a:schemeClr val="tx1"/>
                          </a:solidFill>
                          <a:latin typeface="+mn-lt"/>
                        </a:rPr>
                        <a:t>3.1</a:t>
                      </a:r>
                    </a:p>
                  </a:txBody>
                  <a:tcPr anchor="ctr"/>
                </a:tc>
                <a:tc>
                  <a:txBody>
                    <a:bodyPr/>
                    <a:lstStyle/>
                    <a:p>
                      <a:pPr algn="ctr"/>
                      <a:r>
                        <a:rPr lang="en-US" sz="1200">
                          <a:solidFill>
                            <a:schemeClr val="tx1"/>
                          </a:solidFill>
                          <a:latin typeface="+mn-lt"/>
                        </a:rPr>
                        <a:t>1.8</a:t>
                      </a:r>
                    </a:p>
                  </a:txBody>
                  <a:tcPr anchor="ctr"/>
                </a:tc>
                <a:tc>
                  <a:txBody>
                    <a:bodyPr/>
                    <a:lstStyle/>
                    <a:p>
                      <a:pPr algn="ctr"/>
                      <a:r>
                        <a:rPr lang="en-US" sz="1200">
                          <a:solidFill>
                            <a:schemeClr val="tx1"/>
                          </a:solidFill>
                          <a:latin typeface="+mn-lt"/>
                        </a:rPr>
                        <a:t>1.4</a:t>
                      </a:r>
                    </a:p>
                  </a:txBody>
                  <a:tcPr anchor="ctr"/>
                </a:tc>
                <a:tc>
                  <a:txBody>
                    <a:bodyPr/>
                    <a:lstStyle/>
                    <a:p>
                      <a:pPr algn="ctr"/>
                      <a:r>
                        <a:rPr lang="en-US" sz="1200">
                          <a:solidFill>
                            <a:schemeClr val="tx1"/>
                          </a:solidFill>
                          <a:latin typeface="+mn-lt"/>
                        </a:rPr>
                        <a:t>2.6</a:t>
                      </a:r>
                    </a:p>
                  </a:txBody>
                  <a:tcPr anchor="ctr"/>
                </a:tc>
                <a:tc>
                  <a:txBody>
                    <a:bodyPr/>
                    <a:lstStyle/>
                    <a:p>
                      <a:pPr algn="ctr"/>
                      <a:r>
                        <a:rPr lang="en-US" sz="1200">
                          <a:solidFill>
                            <a:schemeClr val="tx1"/>
                          </a:solidFill>
                          <a:latin typeface="+mn-lt"/>
                        </a:rPr>
                        <a:t>1.8</a:t>
                      </a:r>
                    </a:p>
                  </a:txBody>
                  <a:tcPr anchor="ctr"/>
                </a:tc>
                <a:tc>
                  <a:txBody>
                    <a:bodyPr/>
                    <a:lstStyle/>
                    <a:p>
                      <a:pPr algn="ctr"/>
                      <a:r>
                        <a:rPr lang="en-US" sz="1200">
                          <a:solidFill>
                            <a:schemeClr val="tx1"/>
                          </a:solidFill>
                          <a:latin typeface="+mn-lt"/>
                        </a:rPr>
                        <a:t>3.1</a:t>
                      </a:r>
                    </a:p>
                  </a:txBody>
                  <a:tcPr anchor="ctr"/>
                </a:tc>
                <a:tc>
                  <a:txBody>
                    <a:bodyPr/>
                    <a:lstStyle/>
                    <a:p>
                      <a:pPr algn="ctr"/>
                      <a:r>
                        <a:rPr lang="en-US" sz="1200" dirty="0">
                          <a:solidFill>
                            <a:schemeClr val="tx1"/>
                          </a:solidFill>
                          <a:latin typeface="+mn-lt"/>
                        </a:rPr>
                        <a:t>1.3</a:t>
                      </a:r>
                    </a:p>
                  </a:txBody>
                  <a:tcPr anchor="ctr"/>
                </a:tc>
                <a:tc>
                  <a:txBody>
                    <a:bodyPr/>
                    <a:lstStyle/>
                    <a:p>
                      <a:pPr algn="ctr"/>
                      <a:r>
                        <a:rPr lang="en-US" sz="1200" dirty="0">
                          <a:solidFill>
                            <a:schemeClr val="tx1"/>
                          </a:solidFill>
                          <a:latin typeface="+mn-lt"/>
                        </a:rPr>
                        <a:t>3.0</a:t>
                      </a: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r>
                        <a:rPr lang="en-US" sz="1200" b="1">
                          <a:solidFill>
                            <a:srgbClr val="0000FF"/>
                          </a:solidFill>
                          <a:latin typeface="+mn-lt"/>
                        </a:rPr>
                        <a:t>2.3</a:t>
                      </a:r>
                    </a:p>
                  </a:txBody>
                  <a:tcPr anchor="ctr"/>
                </a:tc>
                <a:extLst>
                  <a:ext uri="{0D108BD9-81ED-4DB2-BD59-A6C34878D82A}">
                    <a16:rowId xmlns:a16="http://schemas.microsoft.com/office/drawing/2014/main" val="1334718056"/>
                  </a:ext>
                </a:extLst>
              </a:tr>
              <a:tr h="3945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a:latin typeface="+mn-lt"/>
                        </a:rPr>
                        <a:t>Waste Ratio</a:t>
                      </a:r>
                    </a:p>
                  </a:txBody>
                  <a:tcPr anchor="ctr"/>
                </a:tc>
                <a:tc>
                  <a:txBody>
                    <a:bodyPr/>
                    <a:lstStyle/>
                    <a:p>
                      <a:pPr marL="0" indent="0" algn="ctr" defTabSz="685891" rtl="0" eaLnBrk="1" latinLnBrk="0" hangingPunct="1">
                        <a:buFont typeface="Wingdings"/>
                        <a:buNone/>
                      </a:pPr>
                      <a:r>
                        <a:rPr lang="en-US" sz="1200" kern="1200">
                          <a:solidFill>
                            <a:srgbClr val="0000FF"/>
                          </a:solidFill>
                          <a:latin typeface="+mn-lt"/>
                          <a:ea typeface="+mn-ea"/>
                          <a:cs typeface="+mn-cs"/>
                        </a:rPr>
                        <a:t>%</a:t>
                      </a:r>
                    </a:p>
                  </a:txBody>
                  <a:tcPr anchor="ctr"/>
                </a:tc>
                <a:tc>
                  <a:txBody>
                    <a:bodyPr/>
                    <a:lstStyle/>
                    <a:p>
                      <a:pPr algn="ctr"/>
                      <a:r>
                        <a:rPr lang="en-US" sz="1200" b="0">
                          <a:solidFill>
                            <a:schemeClr val="tx1"/>
                          </a:solidFill>
                          <a:latin typeface="+mn-lt"/>
                        </a:rPr>
                        <a:t>1.5</a:t>
                      </a:r>
                    </a:p>
                  </a:txBody>
                  <a:tcPr anchor="ctr"/>
                </a:tc>
                <a:tc>
                  <a:txBody>
                    <a:bodyPr/>
                    <a:lstStyle/>
                    <a:p>
                      <a:pPr algn="ctr"/>
                      <a:r>
                        <a:rPr lang="en-US" sz="1200" b="1">
                          <a:solidFill>
                            <a:schemeClr val="tx1"/>
                          </a:solidFill>
                          <a:latin typeface="+mn-lt"/>
                        </a:rPr>
                        <a:t>1.5</a:t>
                      </a:r>
                    </a:p>
                  </a:txBody>
                  <a:tcPr anchor="ctr"/>
                </a:tc>
                <a:tc>
                  <a:txBody>
                    <a:bodyPr/>
                    <a:lstStyle/>
                    <a:p>
                      <a:pPr algn="ctr"/>
                      <a:r>
                        <a:rPr lang="en-US" sz="1200">
                          <a:solidFill>
                            <a:schemeClr val="tx1"/>
                          </a:solidFill>
                          <a:latin typeface="+mn-lt"/>
                        </a:rPr>
                        <a:t>1.3</a:t>
                      </a:r>
                    </a:p>
                  </a:txBody>
                  <a:tcPr anchor="ctr"/>
                </a:tc>
                <a:tc>
                  <a:txBody>
                    <a:bodyPr/>
                    <a:lstStyle/>
                    <a:p>
                      <a:pPr algn="ctr"/>
                      <a:r>
                        <a:rPr lang="en-US" sz="1200">
                          <a:solidFill>
                            <a:schemeClr val="tx1"/>
                          </a:solidFill>
                          <a:latin typeface="+mn-lt"/>
                        </a:rPr>
                        <a:t>1.3</a:t>
                      </a:r>
                    </a:p>
                  </a:txBody>
                  <a:tcPr anchor="ctr"/>
                </a:tc>
                <a:tc>
                  <a:txBody>
                    <a:bodyPr/>
                    <a:lstStyle/>
                    <a:p>
                      <a:pPr algn="ctr"/>
                      <a:r>
                        <a:rPr lang="en-US" sz="1200">
                          <a:solidFill>
                            <a:schemeClr val="tx1"/>
                          </a:solidFill>
                          <a:latin typeface="+mn-lt"/>
                        </a:rPr>
                        <a:t>1.5</a:t>
                      </a:r>
                    </a:p>
                  </a:txBody>
                  <a:tcPr anchor="ctr"/>
                </a:tc>
                <a:tc>
                  <a:txBody>
                    <a:bodyPr/>
                    <a:lstStyle/>
                    <a:p>
                      <a:pPr algn="ctr"/>
                      <a:r>
                        <a:rPr lang="en-US" sz="1200">
                          <a:solidFill>
                            <a:schemeClr val="tx1"/>
                          </a:solidFill>
                          <a:latin typeface="+mn-lt"/>
                        </a:rPr>
                        <a:t>1.4</a:t>
                      </a:r>
                    </a:p>
                  </a:txBody>
                  <a:tcPr anchor="ctr"/>
                </a:tc>
                <a:tc>
                  <a:txBody>
                    <a:bodyPr/>
                    <a:lstStyle/>
                    <a:p>
                      <a:pPr algn="ctr"/>
                      <a:r>
                        <a:rPr lang="en-US" sz="1200">
                          <a:solidFill>
                            <a:schemeClr val="tx1"/>
                          </a:solidFill>
                          <a:latin typeface="+mn-lt"/>
                        </a:rPr>
                        <a:t>1.3</a:t>
                      </a:r>
                    </a:p>
                  </a:txBody>
                  <a:tcPr anchor="ctr"/>
                </a:tc>
                <a:tc>
                  <a:txBody>
                    <a:bodyPr/>
                    <a:lstStyle/>
                    <a:p>
                      <a:pPr algn="ctr"/>
                      <a:r>
                        <a:rPr lang="en-US" sz="1200">
                          <a:solidFill>
                            <a:schemeClr val="tx1"/>
                          </a:solidFill>
                          <a:highlight>
                            <a:srgbClr val="FFFF00"/>
                          </a:highlight>
                          <a:latin typeface="+mn-lt"/>
                        </a:rPr>
                        <a:t>1.6</a:t>
                      </a:r>
                    </a:p>
                  </a:txBody>
                  <a:tcPr anchor="ctr"/>
                </a:tc>
                <a:tc>
                  <a:txBody>
                    <a:bodyPr/>
                    <a:lstStyle/>
                    <a:p>
                      <a:pPr algn="ctr"/>
                      <a:r>
                        <a:rPr lang="en-US" sz="1200">
                          <a:solidFill>
                            <a:schemeClr val="tx1"/>
                          </a:solidFill>
                          <a:latin typeface="+mn-lt"/>
                        </a:rPr>
                        <a:t>1.2</a:t>
                      </a:r>
                    </a:p>
                  </a:txBody>
                  <a:tcPr anchor="ctr"/>
                </a:tc>
                <a:tc>
                  <a:txBody>
                    <a:bodyPr/>
                    <a:lstStyle/>
                    <a:p>
                      <a:pPr algn="ctr"/>
                      <a:r>
                        <a:rPr lang="en-US" sz="1200" dirty="0">
                          <a:solidFill>
                            <a:schemeClr val="tx1"/>
                          </a:solidFill>
                          <a:latin typeface="+mn-lt"/>
                        </a:rPr>
                        <a:t>1.5</a:t>
                      </a:r>
                    </a:p>
                  </a:txBody>
                  <a:tcPr anchor="ctr"/>
                </a:tc>
                <a:tc>
                  <a:txBody>
                    <a:bodyPr/>
                    <a:lstStyle/>
                    <a:p>
                      <a:pPr algn="ctr"/>
                      <a:endParaRPr lang="en-US" sz="1200" dirty="0">
                        <a:solidFill>
                          <a:schemeClr val="tx1"/>
                        </a:solidFill>
                        <a:highlight>
                          <a:srgbClr val="FFFF00"/>
                        </a:highlight>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highlight>
                          <a:srgbClr val="FFFF00"/>
                        </a:highlight>
                        <a:latin typeface="+mn-lt"/>
                      </a:endParaRPr>
                    </a:p>
                  </a:txBody>
                  <a:tcPr anchor="ctr"/>
                </a:tc>
                <a:tc>
                  <a:txBody>
                    <a:bodyPr/>
                    <a:lstStyle/>
                    <a:p>
                      <a:pPr algn="ctr"/>
                      <a:r>
                        <a:rPr lang="en-US" sz="1200" b="1">
                          <a:solidFill>
                            <a:srgbClr val="0000FF"/>
                          </a:solidFill>
                          <a:latin typeface="+mn-lt"/>
                        </a:rPr>
                        <a:t>1.4</a:t>
                      </a:r>
                    </a:p>
                  </a:txBody>
                  <a:tcPr anchor="ctr"/>
                </a:tc>
                <a:extLst>
                  <a:ext uri="{0D108BD9-81ED-4DB2-BD59-A6C34878D82A}">
                    <a16:rowId xmlns:a16="http://schemas.microsoft.com/office/drawing/2014/main" val="3223862920"/>
                  </a:ext>
                </a:extLst>
              </a:tr>
              <a:tr h="3945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kern="1200">
                          <a:solidFill>
                            <a:schemeClr val="tx1"/>
                          </a:solidFill>
                          <a:latin typeface="+mn-lt"/>
                          <a:ea typeface="+mn-ea"/>
                          <a:cs typeface="+mn-cs"/>
                        </a:rPr>
                        <a:t>Recycle Granule Ratio</a:t>
                      </a:r>
                    </a:p>
                  </a:txBody>
                  <a:tcPr anchor="ctr"/>
                </a:tc>
                <a:tc>
                  <a:txBody>
                    <a:bodyPr/>
                    <a:lstStyle/>
                    <a:p>
                      <a:pPr marL="0" indent="0" algn="ctr" defTabSz="685891" rtl="0" eaLnBrk="1" latinLnBrk="0" hangingPunct="1">
                        <a:buFont typeface="Wingdings"/>
                        <a:buNone/>
                      </a:pPr>
                      <a:r>
                        <a:rPr lang="en-US" sz="1200" kern="1200">
                          <a:solidFill>
                            <a:srgbClr val="0000FF"/>
                          </a:solidFill>
                          <a:latin typeface="+mn-lt"/>
                          <a:ea typeface="+mn-ea"/>
                          <a:cs typeface="+mn-cs"/>
                        </a:rPr>
                        <a:t>%</a:t>
                      </a:r>
                    </a:p>
                  </a:txBody>
                  <a:tcPr anchor="ctr"/>
                </a:tc>
                <a:tc>
                  <a:txBody>
                    <a:bodyPr/>
                    <a:lstStyle/>
                    <a:p>
                      <a:pPr algn="ctr"/>
                      <a:r>
                        <a:rPr lang="en-US" sz="1200" b="0">
                          <a:solidFill>
                            <a:schemeClr val="tx1"/>
                          </a:solidFill>
                          <a:latin typeface="+mn-lt"/>
                        </a:rPr>
                        <a:t>2.0</a:t>
                      </a:r>
                    </a:p>
                  </a:txBody>
                  <a:tcPr anchor="ctr"/>
                </a:tc>
                <a:tc>
                  <a:txBody>
                    <a:bodyPr/>
                    <a:lstStyle/>
                    <a:p>
                      <a:pPr algn="ctr"/>
                      <a:r>
                        <a:rPr lang="en-US" sz="1200" b="1">
                          <a:solidFill>
                            <a:schemeClr val="tx1"/>
                          </a:solidFill>
                          <a:latin typeface="+mn-lt"/>
                        </a:rPr>
                        <a:t>1.8</a:t>
                      </a:r>
                    </a:p>
                  </a:txBody>
                  <a:tcPr anchor="ctr"/>
                </a:tc>
                <a:tc>
                  <a:txBody>
                    <a:bodyPr/>
                    <a:lstStyle/>
                    <a:p>
                      <a:pPr algn="ctr"/>
                      <a:r>
                        <a:rPr lang="en-US" sz="1200">
                          <a:solidFill>
                            <a:schemeClr val="tx1"/>
                          </a:solidFill>
                          <a:highlight>
                            <a:srgbClr val="FFFF00"/>
                          </a:highlight>
                          <a:latin typeface="+mn-lt"/>
                        </a:rPr>
                        <a:t>1.9</a:t>
                      </a:r>
                    </a:p>
                  </a:txBody>
                  <a:tcPr anchor="ctr"/>
                </a:tc>
                <a:tc>
                  <a:txBody>
                    <a:bodyPr/>
                    <a:lstStyle/>
                    <a:p>
                      <a:pPr algn="ctr"/>
                      <a:r>
                        <a:rPr lang="en-US" sz="1200">
                          <a:solidFill>
                            <a:schemeClr val="tx1"/>
                          </a:solidFill>
                          <a:latin typeface="+mn-lt"/>
                        </a:rPr>
                        <a:t>1.7</a:t>
                      </a:r>
                    </a:p>
                  </a:txBody>
                  <a:tcPr anchor="ctr"/>
                </a:tc>
                <a:tc>
                  <a:txBody>
                    <a:bodyPr/>
                    <a:lstStyle/>
                    <a:p>
                      <a:pPr algn="ctr"/>
                      <a:r>
                        <a:rPr lang="en-US" sz="1200">
                          <a:solidFill>
                            <a:schemeClr val="tx1"/>
                          </a:solidFill>
                          <a:latin typeface="+mn-lt"/>
                        </a:rPr>
                        <a:t>1.6</a:t>
                      </a:r>
                    </a:p>
                  </a:txBody>
                  <a:tcPr anchor="ctr"/>
                </a:tc>
                <a:tc>
                  <a:txBody>
                    <a:bodyPr/>
                    <a:lstStyle/>
                    <a:p>
                      <a:pPr algn="ctr"/>
                      <a:r>
                        <a:rPr lang="en-US" sz="1200">
                          <a:solidFill>
                            <a:schemeClr val="tx1"/>
                          </a:solidFill>
                          <a:latin typeface="+mn-lt"/>
                        </a:rPr>
                        <a:t>1.6</a:t>
                      </a:r>
                    </a:p>
                  </a:txBody>
                  <a:tcPr anchor="ctr"/>
                </a:tc>
                <a:tc>
                  <a:txBody>
                    <a:bodyPr/>
                    <a:lstStyle/>
                    <a:p>
                      <a:pPr algn="ctr"/>
                      <a:r>
                        <a:rPr lang="en-US" sz="1200" dirty="0">
                          <a:solidFill>
                            <a:schemeClr val="tx1"/>
                          </a:solidFill>
                          <a:latin typeface="+mn-lt"/>
                        </a:rPr>
                        <a:t>1.4</a:t>
                      </a:r>
                    </a:p>
                  </a:txBody>
                  <a:tcPr anchor="ctr"/>
                </a:tc>
                <a:tc>
                  <a:txBody>
                    <a:bodyPr/>
                    <a:lstStyle/>
                    <a:p>
                      <a:pPr algn="ctr"/>
                      <a:r>
                        <a:rPr lang="en-US" sz="1200">
                          <a:solidFill>
                            <a:schemeClr val="tx1"/>
                          </a:solidFill>
                          <a:highlight>
                            <a:srgbClr val="FFFF00"/>
                          </a:highlight>
                          <a:latin typeface="+mn-lt"/>
                        </a:rPr>
                        <a:t>1.9</a:t>
                      </a:r>
                    </a:p>
                  </a:txBody>
                  <a:tcPr anchor="ctr"/>
                </a:tc>
                <a:tc>
                  <a:txBody>
                    <a:bodyPr/>
                    <a:lstStyle/>
                    <a:p>
                      <a:pPr algn="ctr"/>
                      <a:r>
                        <a:rPr lang="en-US" sz="1200">
                          <a:solidFill>
                            <a:schemeClr val="tx1"/>
                          </a:solidFill>
                          <a:latin typeface="+mn-lt"/>
                        </a:rPr>
                        <a:t>1.8</a:t>
                      </a:r>
                    </a:p>
                  </a:txBody>
                  <a:tcPr anchor="ctr"/>
                </a:tc>
                <a:tc>
                  <a:txBody>
                    <a:bodyPr/>
                    <a:lstStyle/>
                    <a:p>
                      <a:pPr algn="ctr"/>
                      <a:r>
                        <a:rPr lang="en-US" sz="1200">
                          <a:solidFill>
                            <a:schemeClr val="tx1"/>
                          </a:solidFill>
                          <a:latin typeface="+mn-lt"/>
                        </a:rPr>
                        <a:t>1.5</a:t>
                      </a:r>
                    </a:p>
                  </a:txBody>
                  <a:tcPr anchor="ctr"/>
                </a:tc>
                <a:tc>
                  <a:txBody>
                    <a:bodyPr/>
                    <a:lstStyle/>
                    <a:p>
                      <a:pPr algn="ctr"/>
                      <a:endParaRPr lang="en-US" sz="1200" dirty="0">
                        <a:solidFill>
                          <a:schemeClr val="tx1"/>
                        </a:solidFill>
                        <a:highlight>
                          <a:srgbClr val="FFFF00"/>
                        </a:highlight>
                        <a:latin typeface="+mn-lt"/>
                      </a:endParaRPr>
                    </a:p>
                  </a:txBody>
                  <a:tcPr anchor="ctr"/>
                </a:tc>
                <a:tc>
                  <a:txBody>
                    <a:bodyPr/>
                    <a:lstStyle/>
                    <a:p>
                      <a:pPr algn="ctr"/>
                      <a:endParaRPr lang="en-US" sz="1200" dirty="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r>
                        <a:rPr lang="en-US" sz="1200" b="1">
                          <a:solidFill>
                            <a:srgbClr val="0000FF"/>
                          </a:solidFill>
                          <a:latin typeface="+mn-lt"/>
                        </a:rPr>
                        <a:t>1.7</a:t>
                      </a:r>
                    </a:p>
                  </a:txBody>
                  <a:tcPr anchor="ctr"/>
                </a:tc>
                <a:extLst>
                  <a:ext uri="{0D108BD9-81ED-4DB2-BD59-A6C34878D82A}">
                    <a16:rowId xmlns:a16="http://schemas.microsoft.com/office/drawing/2014/main" val="221783959"/>
                  </a:ext>
                </a:extLst>
              </a:tr>
              <a:tr h="3945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a:solidFill>
                            <a:schemeClr val="dk1"/>
                          </a:solidFill>
                          <a:latin typeface="+mn-lt"/>
                          <a:ea typeface="+mn-ea"/>
                          <a:cs typeface="+mn-cs"/>
                        </a:rPr>
                        <a:t>First Pass</a:t>
                      </a:r>
                      <a:r>
                        <a:rPr lang="zh-CN" altLang="en-US" sz="1200" kern="1200">
                          <a:solidFill>
                            <a:schemeClr val="dk1"/>
                          </a:solidFill>
                          <a:latin typeface="+mn-lt"/>
                          <a:ea typeface="+mn-ea"/>
                          <a:cs typeface="+mn-cs"/>
                        </a:rPr>
                        <a:t> </a:t>
                      </a:r>
                      <a:r>
                        <a:rPr lang="en-US" altLang="zh-CN" sz="1200" kern="1200">
                          <a:solidFill>
                            <a:schemeClr val="dk1"/>
                          </a:solidFill>
                          <a:latin typeface="+mn-lt"/>
                          <a:ea typeface="+mn-ea"/>
                          <a:cs typeface="+mn-cs"/>
                        </a:rPr>
                        <a:t>Ratio</a:t>
                      </a:r>
                    </a:p>
                  </a:txBody>
                  <a:tcPr anchor="ctr"/>
                </a:tc>
                <a:tc>
                  <a:txBody>
                    <a:bodyPr/>
                    <a:lstStyle/>
                    <a:p>
                      <a:pPr marL="0" indent="0" algn="ctr" defTabSz="685891" rtl="0" eaLnBrk="1" latinLnBrk="0" hangingPunct="1">
                        <a:buFont typeface="Wingdings"/>
                        <a:buNone/>
                      </a:pPr>
                      <a:r>
                        <a:rPr lang="en-US" sz="1200" kern="1200">
                          <a:solidFill>
                            <a:srgbClr val="0000FF"/>
                          </a:solidFill>
                          <a:latin typeface="+mn-lt"/>
                          <a:ea typeface="+mn-ea"/>
                          <a:cs typeface="+mn-cs"/>
                        </a:rPr>
                        <a:t>%</a:t>
                      </a:r>
                    </a:p>
                  </a:txBody>
                  <a:tcPr anchor="ctr"/>
                </a:tc>
                <a:tc>
                  <a:txBody>
                    <a:bodyPr/>
                    <a:lstStyle/>
                    <a:p>
                      <a:pPr algn="ctr"/>
                      <a:r>
                        <a:rPr lang="en-US" sz="1200" b="0">
                          <a:solidFill>
                            <a:schemeClr val="tx1"/>
                          </a:solidFill>
                          <a:latin typeface="+mn-lt"/>
                        </a:rPr>
                        <a:t>99.8</a:t>
                      </a:r>
                    </a:p>
                  </a:txBody>
                  <a:tcPr anchor="ctr"/>
                </a:tc>
                <a:tc>
                  <a:txBody>
                    <a:bodyPr/>
                    <a:lstStyle/>
                    <a:p>
                      <a:pPr algn="ctr"/>
                      <a:r>
                        <a:rPr lang="en-US" sz="1200" b="1">
                          <a:solidFill>
                            <a:schemeClr val="tx1"/>
                          </a:solidFill>
                          <a:latin typeface="+mn-lt"/>
                        </a:rPr>
                        <a:t>99.5</a:t>
                      </a:r>
                    </a:p>
                  </a:txBody>
                  <a:tcPr anchor="ctr"/>
                </a:tc>
                <a:tc>
                  <a:txBody>
                    <a:bodyPr/>
                    <a:lstStyle/>
                    <a:p>
                      <a:pPr algn="ctr"/>
                      <a:r>
                        <a:rPr lang="en-US" sz="1200">
                          <a:solidFill>
                            <a:schemeClr val="tx1"/>
                          </a:solidFill>
                          <a:latin typeface="+mn-lt"/>
                        </a:rPr>
                        <a:t>99.9</a:t>
                      </a:r>
                    </a:p>
                  </a:txBody>
                  <a:tcPr anchor="ctr"/>
                </a:tc>
                <a:tc>
                  <a:txBody>
                    <a:bodyPr/>
                    <a:lstStyle/>
                    <a:p>
                      <a:pPr algn="ctr"/>
                      <a:r>
                        <a:rPr lang="en-US" sz="1200">
                          <a:solidFill>
                            <a:schemeClr val="tx1"/>
                          </a:solidFill>
                          <a:latin typeface="+mn-lt"/>
                        </a:rPr>
                        <a:t>100</a:t>
                      </a:r>
                    </a:p>
                  </a:txBody>
                  <a:tcPr anchor="ctr"/>
                </a:tc>
                <a:tc>
                  <a:txBody>
                    <a:bodyPr/>
                    <a:lstStyle/>
                    <a:p>
                      <a:pPr algn="ctr"/>
                      <a:r>
                        <a:rPr lang="en-US" sz="1200">
                          <a:solidFill>
                            <a:schemeClr val="tx1"/>
                          </a:solidFill>
                          <a:latin typeface="+mn-lt"/>
                        </a:rPr>
                        <a:t>99.9</a:t>
                      </a:r>
                    </a:p>
                  </a:txBody>
                  <a:tcPr anchor="ctr"/>
                </a:tc>
                <a:tc>
                  <a:txBody>
                    <a:bodyPr/>
                    <a:lstStyle/>
                    <a:p>
                      <a:pPr algn="ctr"/>
                      <a:r>
                        <a:rPr lang="en-US" sz="1200">
                          <a:solidFill>
                            <a:schemeClr val="tx1"/>
                          </a:solidFill>
                          <a:highlight>
                            <a:srgbClr val="FFFF00"/>
                          </a:highlight>
                          <a:latin typeface="+mn-lt"/>
                        </a:rPr>
                        <a:t>99.4</a:t>
                      </a:r>
                    </a:p>
                  </a:txBody>
                  <a:tcPr anchor="ctr"/>
                </a:tc>
                <a:tc>
                  <a:txBody>
                    <a:bodyPr/>
                    <a:lstStyle/>
                    <a:p>
                      <a:pPr algn="ctr"/>
                      <a:r>
                        <a:rPr lang="en-US" sz="1200">
                          <a:solidFill>
                            <a:schemeClr val="tx1"/>
                          </a:solidFill>
                          <a:latin typeface="+mn-lt"/>
                        </a:rPr>
                        <a:t>99.9</a:t>
                      </a:r>
                    </a:p>
                  </a:txBody>
                  <a:tcPr anchor="ctr"/>
                </a:tc>
                <a:tc>
                  <a:txBody>
                    <a:bodyPr/>
                    <a:lstStyle/>
                    <a:p>
                      <a:pPr algn="ctr"/>
                      <a:r>
                        <a:rPr lang="en-US" sz="1200">
                          <a:solidFill>
                            <a:schemeClr val="tx1"/>
                          </a:solidFill>
                          <a:highlight>
                            <a:srgbClr val="FFFF00"/>
                          </a:highlight>
                          <a:latin typeface="+mn-lt"/>
                        </a:rPr>
                        <a:t>98.9</a:t>
                      </a:r>
                    </a:p>
                  </a:txBody>
                  <a:tcPr anchor="ctr"/>
                </a:tc>
                <a:tc>
                  <a:txBody>
                    <a:bodyPr/>
                    <a:lstStyle/>
                    <a:p>
                      <a:pPr algn="ctr"/>
                      <a:r>
                        <a:rPr lang="en-US" sz="1200">
                          <a:solidFill>
                            <a:schemeClr val="tx1"/>
                          </a:solidFill>
                          <a:latin typeface="+mn-lt"/>
                        </a:rPr>
                        <a:t>99.9</a:t>
                      </a:r>
                    </a:p>
                  </a:txBody>
                  <a:tcPr anchor="ctr"/>
                </a:tc>
                <a:tc>
                  <a:txBody>
                    <a:bodyPr/>
                    <a:lstStyle/>
                    <a:p>
                      <a:pPr algn="ctr"/>
                      <a:r>
                        <a:rPr lang="en-US" sz="1200">
                          <a:solidFill>
                            <a:schemeClr val="tx1"/>
                          </a:solidFill>
                          <a:latin typeface="+mn-lt"/>
                        </a:rPr>
                        <a:t>99.7</a:t>
                      </a: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dirty="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r>
                        <a:rPr lang="en-US" sz="1200" b="1">
                          <a:solidFill>
                            <a:srgbClr val="0000FF"/>
                          </a:solidFill>
                          <a:latin typeface="+mn-lt"/>
                        </a:rPr>
                        <a:t>99.7</a:t>
                      </a:r>
                    </a:p>
                  </a:txBody>
                  <a:tcPr anchor="ctr"/>
                </a:tc>
                <a:extLst>
                  <a:ext uri="{0D108BD9-81ED-4DB2-BD59-A6C34878D82A}">
                    <a16:rowId xmlns:a16="http://schemas.microsoft.com/office/drawing/2014/main" val="3755974950"/>
                  </a:ext>
                </a:extLst>
              </a:tr>
              <a:tr h="3945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a:solidFill>
                            <a:schemeClr val="dk1"/>
                          </a:solidFill>
                          <a:latin typeface="+mn-lt"/>
                          <a:ea typeface="+mn-ea"/>
                          <a:cs typeface="+mn-cs"/>
                        </a:rPr>
                        <a:t>FG In-spec Ratio</a:t>
                      </a:r>
                      <a:endParaRPr lang="en-US" altLang="zh-CN" sz="1200" kern="1200">
                        <a:solidFill>
                          <a:schemeClr val="dk1"/>
                        </a:solidFill>
                        <a:latin typeface="+mn-lt"/>
                        <a:ea typeface="+mn-ea"/>
                        <a:cs typeface="+mn-cs"/>
                      </a:endParaRPr>
                    </a:p>
                  </a:txBody>
                  <a:tcPr anchor="ctr"/>
                </a:tc>
                <a:tc>
                  <a:txBody>
                    <a:bodyPr/>
                    <a:lstStyle/>
                    <a:p>
                      <a:pPr marL="0" indent="0" algn="ctr" defTabSz="685891" rtl="0" eaLnBrk="1" latinLnBrk="0" hangingPunct="1">
                        <a:buFont typeface="Wingdings"/>
                        <a:buNone/>
                      </a:pPr>
                      <a:r>
                        <a:rPr lang="en-US" sz="1200" kern="1200">
                          <a:solidFill>
                            <a:srgbClr val="0000FF"/>
                          </a:solidFill>
                          <a:latin typeface="+mn-lt"/>
                          <a:ea typeface="+mn-ea"/>
                          <a:cs typeface="+mn-cs"/>
                        </a:rPr>
                        <a:t>%</a:t>
                      </a:r>
                    </a:p>
                  </a:txBody>
                  <a:tcPr anchor="ctr"/>
                </a:tc>
                <a:tc>
                  <a:txBody>
                    <a:bodyPr/>
                    <a:lstStyle/>
                    <a:p>
                      <a:pPr algn="ctr"/>
                      <a:r>
                        <a:rPr lang="en-US" sz="1200" b="0">
                          <a:solidFill>
                            <a:schemeClr val="tx1"/>
                          </a:solidFill>
                          <a:latin typeface="+mn-lt"/>
                        </a:rPr>
                        <a:t>99.8</a:t>
                      </a:r>
                    </a:p>
                  </a:txBody>
                  <a:tcPr anchor="ctr"/>
                </a:tc>
                <a:tc>
                  <a:txBody>
                    <a:bodyPr/>
                    <a:lstStyle/>
                    <a:p>
                      <a:pPr algn="ctr"/>
                      <a:r>
                        <a:rPr lang="en-US" sz="1200" b="1">
                          <a:solidFill>
                            <a:schemeClr val="tx1"/>
                          </a:solidFill>
                          <a:latin typeface="+mn-lt"/>
                        </a:rPr>
                        <a:t>99.5</a:t>
                      </a:r>
                    </a:p>
                  </a:txBody>
                  <a:tcPr anchor="ctr"/>
                </a:tc>
                <a:tc>
                  <a:txBody>
                    <a:bodyPr/>
                    <a:lstStyle/>
                    <a:p>
                      <a:pPr algn="ctr"/>
                      <a:r>
                        <a:rPr lang="en-US" sz="1200">
                          <a:solidFill>
                            <a:schemeClr val="tx1"/>
                          </a:solidFill>
                          <a:latin typeface="+mn-lt"/>
                        </a:rPr>
                        <a:t>99.9</a:t>
                      </a:r>
                    </a:p>
                  </a:txBody>
                  <a:tcPr anchor="ctr"/>
                </a:tc>
                <a:tc>
                  <a:txBody>
                    <a:bodyPr/>
                    <a:lstStyle/>
                    <a:p>
                      <a:pPr algn="ctr"/>
                      <a:r>
                        <a:rPr lang="en-US" sz="1200">
                          <a:solidFill>
                            <a:schemeClr val="tx1"/>
                          </a:solidFill>
                          <a:latin typeface="+mn-lt"/>
                        </a:rPr>
                        <a:t>100</a:t>
                      </a:r>
                    </a:p>
                  </a:txBody>
                  <a:tcPr anchor="ctr"/>
                </a:tc>
                <a:tc>
                  <a:txBody>
                    <a:bodyPr/>
                    <a:lstStyle/>
                    <a:p>
                      <a:pPr algn="ctr"/>
                      <a:r>
                        <a:rPr lang="en-US" sz="1200">
                          <a:solidFill>
                            <a:schemeClr val="tx1"/>
                          </a:solidFill>
                          <a:latin typeface="+mn-lt"/>
                        </a:rPr>
                        <a:t>99.9</a:t>
                      </a:r>
                    </a:p>
                  </a:txBody>
                  <a:tcPr anchor="ctr"/>
                </a:tc>
                <a:tc>
                  <a:txBody>
                    <a:bodyPr/>
                    <a:lstStyle/>
                    <a:p>
                      <a:pPr algn="ctr"/>
                      <a:r>
                        <a:rPr lang="en-US" sz="1200">
                          <a:solidFill>
                            <a:schemeClr val="tx1"/>
                          </a:solidFill>
                          <a:highlight>
                            <a:srgbClr val="FFFF00"/>
                          </a:highlight>
                          <a:latin typeface="+mn-lt"/>
                        </a:rPr>
                        <a:t>99.4</a:t>
                      </a:r>
                    </a:p>
                  </a:txBody>
                  <a:tcPr anchor="ctr"/>
                </a:tc>
                <a:tc>
                  <a:txBody>
                    <a:bodyPr/>
                    <a:lstStyle/>
                    <a:p>
                      <a:pPr algn="ctr"/>
                      <a:r>
                        <a:rPr lang="en-US" sz="1200">
                          <a:solidFill>
                            <a:schemeClr val="tx1"/>
                          </a:solidFill>
                          <a:latin typeface="+mn-lt"/>
                        </a:rPr>
                        <a:t>99.9</a:t>
                      </a:r>
                    </a:p>
                  </a:txBody>
                  <a:tcPr anchor="ctr"/>
                </a:tc>
                <a:tc>
                  <a:txBody>
                    <a:bodyPr/>
                    <a:lstStyle/>
                    <a:p>
                      <a:pPr algn="ctr"/>
                      <a:r>
                        <a:rPr lang="en-US" sz="1200">
                          <a:solidFill>
                            <a:schemeClr val="tx1"/>
                          </a:solidFill>
                          <a:highlight>
                            <a:srgbClr val="FFFF00"/>
                          </a:highlight>
                          <a:latin typeface="+mn-lt"/>
                        </a:rPr>
                        <a:t>98.9</a:t>
                      </a:r>
                    </a:p>
                  </a:txBody>
                  <a:tcPr anchor="ctr"/>
                </a:tc>
                <a:tc>
                  <a:txBody>
                    <a:bodyPr/>
                    <a:lstStyle/>
                    <a:p>
                      <a:pPr algn="ctr"/>
                      <a:r>
                        <a:rPr lang="en-US" sz="1200">
                          <a:solidFill>
                            <a:schemeClr val="tx1"/>
                          </a:solidFill>
                          <a:latin typeface="+mn-lt"/>
                        </a:rPr>
                        <a:t>99.9</a:t>
                      </a:r>
                    </a:p>
                  </a:txBody>
                  <a:tcPr anchor="ctr"/>
                </a:tc>
                <a:tc>
                  <a:txBody>
                    <a:bodyPr/>
                    <a:lstStyle/>
                    <a:p>
                      <a:pPr algn="ctr"/>
                      <a:r>
                        <a:rPr lang="en-US" sz="1200">
                          <a:solidFill>
                            <a:schemeClr val="tx1"/>
                          </a:solidFill>
                          <a:latin typeface="+mn-lt"/>
                        </a:rPr>
                        <a:t>99.9</a:t>
                      </a: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dirty="0">
                        <a:solidFill>
                          <a:schemeClr val="tx1"/>
                        </a:solidFill>
                        <a:latin typeface="+mn-lt"/>
                      </a:endParaRPr>
                    </a:p>
                  </a:txBody>
                  <a:tcPr anchor="ctr"/>
                </a:tc>
                <a:tc>
                  <a:txBody>
                    <a:bodyPr/>
                    <a:lstStyle/>
                    <a:p>
                      <a:pPr algn="ctr"/>
                      <a:r>
                        <a:rPr lang="en-US" sz="1200" b="1">
                          <a:solidFill>
                            <a:srgbClr val="0000FF"/>
                          </a:solidFill>
                          <a:latin typeface="+mn-lt"/>
                        </a:rPr>
                        <a:t>99.8</a:t>
                      </a:r>
                    </a:p>
                  </a:txBody>
                  <a:tcPr anchor="ctr"/>
                </a:tc>
                <a:extLst>
                  <a:ext uri="{0D108BD9-81ED-4DB2-BD59-A6C34878D82A}">
                    <a16:rowId xmlns:a16="http://schemas.microsoft.com/office/drawing/2014/main" val="3744809685"/>
                  </a:ext>
                </a:extLst>
              </a:tr>
              <a:tr h="394563">
                <a:tc>
                  <a:txBody>
                    <a:bodyPr/>
                    <a:lstStyle/>
                    <a:p>
                      <a:pPr algn="l"/>
                      <a:r>
                        <a:rPr lang="en-US" altLang="zh-CN" sz="1200" baseline="0">
                          <a:latin typeface="+mn-lt"/>
                        </a:rPr>
                        <a:t>Justified </a:t>
                      </a:r>
                      <a:r>
                        <a:rPr lang="en-US" sz="1200" baseline="0">
                          <a:latin typeface="+mn-lt"/>
                        </a:rPr>
                        <a:t>NCM</a:t>
                      </a:r>
                    </a:p>
                  </a:txBody>
                  <a:tcPr anchor="ctr"/>
                </a:tc>
                <a:tc>
                  <a:txBody>
                    <a:bodyPr/>
                    <a:lstStyle/>
                    <a:p>
                      <a:pPr marL="0" marR="0" indent="0" algn="ctr" defTabSz="685891" rtl="0" eaLnBrk="1" fontAlgn="auto" latinLnBrk="0" hangingPunct="1">
                        <a:lnSpc>
                          <a:spcPct val="100000"/>
                        </a:lnSpc>
                        <a:spcBef>
                          <a:spcPts val="0"/>
                        </a:spcBef>
                        <a:spcAft>
                          <a:spcPts val="0"/>
                        </a:spcAft>
                        <a:buClrTx/>
                        <a:buSzTx/>
                        <a:buFontTx/>
                        <a:buNone/>
                        <a:tabLst/>
                        <a:defRPr/>
                      </a:pPr>
                      <a:r>
                        <a:rPr lang="en-US" sz="1200" kern="1200">
                          <a:solidFill>
                            <a:srgbClr val="0000FF"/>
                          </a:solidFill>
                          <a:latin typeface="+mn-lt"/>
                          <a:ea typeface="+mn-ea"/>
                          <a:cs typeface="+mn-cs"/>
                        </a:rPr>
                        <a:t>#/kt</a:t>
                      </a:r>
                    </a:p>
                  </a:txBody>
                  <a:tcPr anchor="ctr"/>
                </a:tc>
                <a:tc>
                  <a:txBody>
                    <a:bodyPr/>
                    <a:lstStyle/>
                    <a:p>
                      <a:pPr algn="ctr"/>
                      <a:r>
                        <a:rPr lang="en-US" sz="1200" b="0">
                          <a:solidFill>
                            <a:schemeClr val="tx1"/>
                          </a:solidFill>
                          <a:latin typeface="+mn-lt"/>
                        </a:rPr>
                        <a:t>0</a:t>
                      </a:r>
                    </a:p>
                  </a:txBody>
                  <a:tcPr anchor="ctr"/>
                </a:tc>
                <a:tc>
                  <a:txBody>
                    <a:bodyPr/>
                    <a:lstStyle/>
                    <a:p>
                      <a:pPr algn="ctr"/>
                      <a:r>
                        <a:rPr lang="en-US" sz="1200" b="1">
                          <a:solidFill>
                            <a:schemeClr val="tx1"/>
                          </a:solidFill>
                          <a:latin typeface="+mn-lt"/>
                        </a:rPr>
                        <a:t>0</a:t>
                      </a:r>
                    </a:p>
                  </a:txBody>
                  <a:tcPr anchor="ctr"/>
                </a:tc>
                <a:tc>
                  <a:txBody>
                    <a:bodyPr/>
                    <a:lstStyle/>
                    <a:p>
                      <a:pPr algn="ctr"/>
                      <a:r>
                        <a:rPr lang="en-US" sz="1200">
                          <a:solidFill>
                            <a:schemeClr val="tx1"/>
                          </a:solidFill>
                          <a:latin typeface="+mn-lt"/>
                        </a:rPr>
                        <a:t>0</a:t>
                      </a:r>
                    </a:p>
                  </a:txBody>
                  <a:tcPr anchor="ctr"/>
                </a:tc>
                <a:tc>
                  <a:txBody>
                    <a:bodyPr/>
                    <a:lstStyle/>
                    <a:p>
                      <a:pPr algn="ctr"/>
                      <a:r>
                        <a:rPr lang="en-US" sz="1200">
                          <a:solidFill>
                            <a:schemeClr val="tx1"/>
                          </a:solidFill>
                          <a:latin typeface="+mn-lt"/>
                        </a:rPr>
                        <a:t>0</a:t>
                      </a:r>
                    </a:p>
                  </a:txBody>
                  <a:tcPr anchor="ctr"/>
                </a:tc>
                <a:tc>
                  <a:txBody>
                    <a:bodyPr/>
                    <a:lstStyle/>
                    <a:p>
                      <a:pPr algn="ctr"/>
                      <a:r>
                        <a:rPr lang="en-US" sz="1200">
                          <a:solidFill>
                            <a:schemeClr val="tx1"/>
                          </a:solidFill>
                          <a:latin typeface="+mn-lt"/>
                        </a:rPr>
                        <a:t>0</a:t>
                      </a:r>
                    </a:p>
                  </a:txBody>
                  <a:tcPr anchor="ctr"/>
                </a:tc>
                <a:tc>
                  <a:txBody>
                    <a:bodyPr/>
                    <a:lstStyle/>
                    <a:p>
                      <a:pPr algn="ctr"/>
                      <a:r>
                        <a:rPr lang="en-US" sz="1200">
                          <a:solidFill>
                            <a:schemeClr val="tx1"/>
                          </a:solidFill>
                          <a:latin typeface="+mn-lt"/>
                        </a:rPr>
                        <a:t>0</a:t>
                      </a:r>
                    </a:p>
                  </a:txBody>
                  <a:tcPr anchor="ctr"/>
                </a:tc>
                <a:tc>
                  <a:txBody>
                    <a:bodyPr/>
                    <a:lstStyle/>
                    <a:p>
                      <a:pPr algn="ctr"/>
                      <a:r>
                        <a:rPr lang="en-US" sz="1200">
                          <a:solidFill>
                            <a:schemeClr val="tx1"/>
                          </a:solidFill>
                          <a:latin typeface="+mn-lt"/>
                        </a:rPr>
                        <a:t>0</a:t>
                      </a:r>
                    </a:p>
                  </a:txBody>
                  <a:tcPr anchor="ctr"/>
                </a:tc>
                <a:tc>
                  <a:txBody>
                    <a:bodyPr/>
                    <a:lstStyle/>
                    <a:p>
                      <a:pPr algn="ctr"/>
                      <a:r>
                        <a:rPr lang="en-US" sz="1200">
                          <a:solidFill>
                            <a:schemeClr val="tx1"/>
                          </a:solidFill>
                          <a:latin typeface="+mn-lt"/>
                        </a:rPr>
                        <a:t>0</a:t>
                      </a:r>
                    </a:p>
                  </a:txBody>
                  <a:tcPr anchor="ctr"/>
                </a:tc>
                <a:tc>
                  <a:txBody>
                    <a:bodyPr/>
                    <a:lstStyle/>
                    <a:p>
                      <a:pPr algn="ctr"/>
                      <a:r>
                        <a:rPr lang="en-US" sz="1200">
                          <a:solidFill>
                            <a:schemeClr val="tx1"/>
                          </a:solidFill>
                          <a:latin typeface="+mn-lt"/>
                        </a:rPr>
                        <a:t>0</a:t>
                      </a:r>
                    </a:p>
                  </a:txBody>
                  <a:tcPr anchor="ctr"/>
                </a:tc>
                <a:tc>
                  <a:txBody>
                    <a:bodyPr/>
                    <a:lstStyle/>
                    <a:p>
                      <a:pPr algn="ctr"/>
                      <a:r>
                        <a:rPr lang="en-US" sz="1200">
                          <a:solidFill>
                            <a:schemeClr val="tx1"/>
                          </a:solidFill>
                          <a:latin typeface="+mn-lt"/>
                        </a:rPr>
                        <a:t>0</a:t>
                      </a: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a:solidFill>
                          <a:schemeClr val="tx1"/>
                        </a:solidFill>
                        <a:latin typeface="+mn-lt"/>
                      </a:endParaRPr>
                    </a:p>
                  </a:txBody>
                  <a:tcPr anchor="ctr"/>
                </a:tc>
                <a:tc>
                  <a:txBody>
                    <a:bodyPr/>
                    <a:lstStyle/>
                    <a:p>
                      <a:pPr algn="ctr"/>
                      <a:endParaRPr lang="en-US" sz="1200" dirty="0">
                        <a:solidFill>
                          <a:schemeClr val="tx1"/>
                        </a:solidFill>
                        <a:latin typeface="+mn-lt"/>
                      </a:endParaRPr>
                    </a:p>
                  </a:txBody>
                  <a:tcPr anchor="ctr"/>
                </a:tc>
                <a:tc>
                  <a:txBody>
                    <a:bodyPr/>
                    <a:lstStyle/>
                    <a:p>
                      <a:pPr algn="ctr"/>
                      <a:r>
                        <a:rPr lang="en-US" sz="1200" b="1" dirty="0">
                          <a:solidFill>
                            <a:srgbClr val="0000FF"/>
                          </a:solidFill>
                          <a:latin typeface="+mn-lt"/>
                        </a:rPr>
                        <a:t>0</a:t>
                      </a:r>
                    </a:p>
                  </a:txBody>
                  <a:tcPr anchor="ctr"/>
                </a:tc>
                <a:extLst>
                  <a:ext uri="{0D108BD9-81ED-4DB2-BD59-A6C34878D82A}">
                    <a16:rowId xmlns:a16="http://schemas.microsoft.com/office/drawing/2014/main" val="331688406"/>
                  </a:ext>
                </a:extLst>
              </a:tr>
            </a:tbl>
          </a:graphicData>
        </a:graphic>
      </p:graphicFrame>
      <p:sp>
        <p:nvSpPr>
          <p:cNvPr id="7" name="矩形 6">
            <a:extLst>
              <a:ext uri="{FF2B5EF4-FFF2-40B4-BE49-F238E27FC236}">
                <a16:creationId xmlns:a16="http://schemas.microsoft.com/office/drawing/2014/main" id="{C243D4A4-C021-4084-1D0E-039E2328C318}"/>
              </a:ext>
            </a:extLst>
          </p:cNvPr>
          <p:cNvSpPr/>
          <p:nvPr/>
        </p:nvSpPr>
        <p:spPr>
          <a:xfrm>
            <a:off x="544909" y="857042"/>
            <a:ext cx="11262462" cy="589970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CF727EC5-EB8C-9275-35E4-F895459ED45A}"/>
              </a:ext>
            </a:extLst>
          </p:cNvPr>
          <p:cNvSpPr/>
          <p:nvPr/>
        </p:nvSpPr>
        <p:spPr>
          <a:xfrm>
            <a:off x="370611" y="682744"/>
            <a:ext cx="348595" cy="348595"/>
          </a:xfrm>
          <a:prstGeom prst="ellipse">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2</a:t>
            </a:r>
            <a:endParaRPr lang="zh-CN" altLang="en-US" dirty="0">
              <a:solidFill>
                <a:schemeClr val="tx1"/>
              </a:solidFill>
            </a:endParaRPr>
          </a:p>
        </p:txBody>
      </p:sp>
      <p:sp>
        <p:nvSpPr>
          <p:cNvPr id="12" name="矩形 11">
            <a:extLst>
              <a:ext uri="{FF2B5EF4-FFF2-40B4-BE49-F238E27FC236}">
                <a16:creationId xmlns:a16="http://schemas.microsoft.com/office/drawing/2014/main" id="{5D8846F0-4ECC-30CE-B489-071C4CDE7D8C}"/>
              </a:ext>
            </a:extLst>
          </p:cNvPr>
          <p:cNvSpPr/>
          <p:nvPr/>
        </p:nvSpPr>
        <p:spPr>
          <a:xfrm>
            <a:off x="3392054" y="297354"/>
            <a:ext cx="1747139" cy="55968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278D48BC-ADA8-5617-4BD9-E3D2E675FC97}"/>
              </a:ext>
            </a:extLst>
          </p:cNvPr>
          <p:cNvSpPr/>
          <p:nvPr/>
        </p:nvSpPr>
        <p:spPr>
          <a:xfrm>
            <a:off x="3172839" y="57981"/>
            <a:ext cx="348595" cy="348595"/>
          </a:xfrm>
          <a:prstGeom prst="ellipse">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a:t>
            </a:r>
            <a:endParaRPr lang="zh-CN" altLang="en-US" dirty="0">
              <a:solidFill>
                <a:schemeClr val="tx1"/>
              </a:solidFill>
            </a:endParaRPr>
          </a:p>
        </p:txBody>
      </p:sp>
    </p:spTree>
    <p:extLst>
      <p:ext uri="{BB962C8B-B14F-4D97-AF65-F5344CB8AC3E}">
        <p14:creationId xmlns:p14="http://schemas.microsoft.com/office/powerpoint/2010/main" val="2503459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52633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_BASF_CONVERTED_TO_TAGS" val="1"/>
  <p:tag name="THINKCELLPRESENTATIONDONOTDELETE" val="&lt;?xml version=&quot;1.0&quot; encoding=&quot;UTF-16&quot; standalone=&quot;yes&quot;?&gt;&lt;root reqver=&quot;25060&quot;&gt;&lt;version val=&quot;28418&quot;/&gt;&lt;CPresentation id=&quot;1&quot;&gt;&lt;m_precDefaultNumber&gt;&lt;m_bNumberIsYear val=&quot;1&quot;/&gt;&lt;m_chMinusSymbol&gt;-&lt;/m_chMinusSymbol&gt;&lt;m_chDecimalSymbol17909&gt;.&lt;/m_chDecimalSymbol17909&gt;&lt;m_nGroupingDigits17909 val=&quot;2147483647&quot;/&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1&quot;&gt;&lt;elem m_fUsage=&quot;1.89999999999999991118E+00&quot;&gt;&lt;m_msothmcolidx val=&quot;0&quot;/&gt;&lt;m_rgb r=&quot;F1&quot; g=&quot;1F&quot; b=&quot;01&quot;/&gt;&lt;m_nBrightness endver=&quot;26206&quot; val=&quot;0&quot;/&gt;&lt;/elem&gt;&lt;/m_vecMRU&gt;&lt;/m_mruColor&gt;&lt;m_eweekdayFirstOfWeek val=&quot;2&quot;/&gt;&lt;m_eweekdayFirstOfWorkweek val=&quot;2&quot;/&gt;&lt;m_eweekdayFirstOfWeekend val=&quot;7&quot;/&gt;&lt;/CPresentation&gt;&lt;/root&gt;"/>
  <p:tag name="THINKCELLUNDODONOTDELETE" val="0"/>
  <p:tag name="EMPOWERCHARTSPROPERTIES_A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MBAQEBAQEBAQEBAQEBAQMAAAAAAAAAAwAAAAMAAAAA/////wQAPwwAAAAAAAAAAAAAIAD///////////////8AAAD///////////////8DAAAAAgD///////8DAAAAAgD///////////////////////////////////////////////////////////////////////////////////////////////////////////////////////////////////////////////////////////////////////////////////////////////////////////////////////////////////////////////////////////////////////////////////////////////////////////////////////////////////////////////////////////////////////////////////////////////////////////////////////////////////////////////////////////////////////////////////////////////8BACAA////////////////AAAO////////AwAAAAMA////////////////////////////////////////////////////////////////////////////////////////////////////////////////////////////////////////////////////////////////////////////////////////////////////////////////////////////////////////////////////////////////////////////////////////////////////////////////////////////////////////////////////////////////////////////////////////////////////////////////////////////////////////////////////////////////////////////////////////////////////////////////////////AgACAP///////wUAAAACABAACyB5WAYiDXhKhnugUvQTgqAEAAAAAAADAAAAAAADAAAAAwADAAAAAAD///////8DAAEA////////BQAAAAMAEAAL184ljsuFdEemPfpcPuWDUQQ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CAI4OAAAAAAAAAAAAAP/////GAMYAAAAFX2lkABAAAAAEIHlYBiINeEqGe6BS9BOCoANEYXRhAFMAAAAIUHJlc2VudGF0aW9uU2Nhbm5lZEZvckxpbmtlZFNoYXBlcwAAAk51bWJlckZvcm1hdFNlcGFyYXRvck1vZGUACgAAAEF1dG9tYXRpYwAAAk5hbWUAJAAAAExpbmtlZFNoYXBlUHJlc2VudGF0aW9uU2V0dGluZ3NEYXRhABBWZXJzaW9uAAAAAAAJTGFzdFdyaXRlAPH5tA2ZAQAAAAEA/////4MAgwAAAAVfaWQAEAAAAATXziWOy4V0R6Y9+lw+5YNRA0RhdGEAGwAAAARMaW5rZWRTaGFwZURhdGEABQAAAAAAAk5hbWUAGQAAAExpbmtlZFNoYXBlc0RhdGFQcm9wZXJ0eQAQVmVyc2lvbgABAAAACUxhc3RXcml0ZQDV+bQN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AAUDAAAAAAAAAAAAAAgAf///////////////wAAAP///////////////wUAAAACAP///////wUAAAACAP///////wUAAAACAP///////////////////////////////////////////////////////////////////////////////////////////////////////////////////////////////////////////////////////////////////////////////////////////////////////////////////////////////////////////////////////////////////////////////////////////////////////////////////////////////////////////////////////////////////////////////////////////////////////////////////////////////////////////////////////////////////////////////wEAIAH///////////////8AAA7///////8FAAAAAwD///////////////////////////////////////////////////////////////////////////////////////////////////////////////////////////////////////////////////////////////////////////////////////////////////////////////////////////////////////////////////////////////////////////////////////////////////////////////////////////////////////////////////////////////////////////////////////////////////////////////////////////////////////////////////////////////////////////////////////////////////////////////////////8CAAMBAwAAAAIA////////JQAGTGlua2VkU2hhcGVQcmVzZW50YXRpb25TZXR0aW5nc0RhdGFfMAQAAAAAAAUAAAAAAAUAAAADAAUAAAAAAP///////wUAAAAAAP///////wMAAQEDAAAAAwD///////8aAAZMaW5rZWRTaGFwZXNEYXRhUHJvcGVydHlfMQQAAAABAAUAAAACAAU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924683884945807"/>
  <p:tag name="EMPOWERCHARTSPROPERTIES_A_LENGTH" val="24576"/>
  <p:tag name="COAUTHORING_SESSION_ID" val="952c35c3-19de-4872-8680-c63041cf9988"/>
  <p:tag name="UNDO_REDO_REVISION" val="57"/>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TclDJIf9wQiflDTCokRkQ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WIZPLACEHOLDER" val="1"/>
</p:tagLst>
</file>

<file path=ppt/tags/tag7.xml><?xml version="1.0" encoding="utf-8"?>
<p:tagLst xmlns:a="http://schemas.openxmlformats.org/drawingml/2006/main" xmlns:r="http://schemas.openxmlformats.org/officeDocument/2006/relationships" xmlns:p="http://schemas.openxmlformats.org/presentationml/2006/main">
  <p:tag name="WIZPLACEHOLDER" val="1"/>
</p:tagLst>
</file>

<file path=ppt/tags/tag8.xml><?xml version="1.0" encoding="utf-8"?>
<p:tagLst xmlns:a="http://schemas.openxmlformats.org/drawingml/2006/main" xmlns:r="http://schemas.openxmlformats.org/officeDocument/2006/relationships" xmlns:p="http://schemas.openxmlformats.org/presentationml/2006/main">
  <p:tag name="WIZPLACEHOLDER" val="1"/>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j0rxAxQAT_QTkwqufGqpC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k3.YNTfbStq6EPARaPbcww"/>
</p:tagLst>
</file>

<file path=ppt/tags/tag14.xml><?xml version="1.0" encoding="utf-8"?>
<p:tagLst xmlns:a="http://schemas.openxmlformats.org/drawingml/2006/main" xmlns:r="http://schemas.openxmlformats.org/officeDocument/2006/relationships" xmlns:p="http://schemas.openxmlformats.org/presentationml/2006/main">
  <p:tag name="WIZPLACEHOLDER" val="1"/>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Ae5zvB_FoaJ1SNx02pZIX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WvepXwU0QK6417qLMzb_4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AfutUQoTX5iVNjGkWOZNQ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AfutUQoTX5iVNjGkWOZNQ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AfutUQoTX5iVNjGkWOZNQA"/>
</p:tagLst>
</file>

<file path=ppt/theme/theme1.xml><?xml version="1.0" encoding="utf-8"?>
<a:theme xmlns:a="http://schemas.openxmlformats.org/drawingml/2006/main" name="BASF_FolienDesign">
  <a:themeElements>
    <a:clrScheme name="02 BASF lightblue_colorsheme">
      <a:dk1>
        <a:srgbClr val="000000"/>
      </a:dk1>
      <a:lt1>
        <a:srgbClr val="FFFFFF"/>
      </a:lt1>
      <a:dk2>
        <a:srgbClr val="035FA9"/>
      </a:dk2>
      <a:lt2>
        <a:srgbClr val="FFFFFF"/>
      </a:lt2>
      <a:accent1>
        <a:srgbClr val="21A0D2"/>
      </a:accent1>
      <a:accent2>
        <a:srgbClr val="4EABD6"/>
      </a:accent2>
      <a:accent3>
        <a:srgbClr val="75C4E3"/>
      </a:accent3>
      <a:accent4>
        <a:srgbClr val="9BD4EB"/>
      </a:accent4>
      <a:accent5>
        <a:srgbClr val="DAEFF8"/>
      </a:accent5>
      <a:accent6>
        <a:srgbClr val="808080"/>
      </a:accent6>
      <a:hlink>
        <a:srgbClr val="F39500"/>
      </a:hlink>
      <a:folHlink>
        <a:srgbClr val="FACF8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7_BASF_FolienDesign">
  <a:themeElements>
    <a:clrScheme name="BASF_colour_lightgreen">
      <a:dk1>
        <a:srgbClr val="000000"/>
      </a:dk1>
      <a:lt1>
        <a:srgbClr val="FFFFFF"/>
      </a:lt1>
      <a:dk2>
        <a:srgbClr val="3B8809"/>
      </a:dk2>
      <a:lt2>
        <a:srgbClr val="FFFFFF"/>
      </a:lt2>
      <a:accent1>
        <a:srgbClr val="65AC1E"/>
      </a:accent1>
      <a:accent2>
        <a:srgbClr val="7EB74A"/>
      </a:accent2>
      <a:accent3>
        <a:srgbClr val="95C664"/>
      </a:accent3>
      <a:accent4>
        <a:srgbClr val="BADA9A"/>
      </a:accent4>
      <a:accent5>
        <a:srgbClr val="E9F3DE"/>
      </a:accent5>
      <a:accent6>
        <a:srgbClr val="808080"/>
      </a:accent6>
      <a:hlink>
        <a:srgbClr val="F39500"/>
      </a:hlink>
      <a:folHlink>
        <a:srgbClr val="FACF8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BASF_FolienDesign">
  <a:themeElements>
    <a:clrScheme name="BASF_colour_lightgreen">
      <a:dk1>
        <a:srgbClr val="000000"/>
      </a:dk1>
      <a:lt1>
        <a:srgbClr val="FFFFFF"/>
      </a:lt1>
      <a:dk2>
        <a:srgbClr val="3B8809"/>
      </a:dk2>
      <a:lt2>
        <a:srgbClr val="FFFFFF"/>
      </a:lt2>
      <a:accent1>
        <a:srgbClr val="65AC1E"/>
      </a:accent1>
      <a:accent2>
        <a:srgbClr val="7EB74A"/>
      </a:accent2>
      <a:accent3>
        <a:srgbClr val="95C664"/>
      </a:accent3>
      <a:accent4>
        <a:srgbClr val="BADA9A"/>
      </a:accent4>
      <a:accent5>
        <a:srgbClr val="E9F3DE"/>
      </a:accent5>
      <a:accent6>
        <a:srgbClr val="808080"/>
      </a:accent6>
      <a:hlink>
        <a:srgbClr val="F39500"/>
      </a:hlink>
      <a:folHlink>
        <a:srgbClr val="FACF8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BASF_FolienDesign">
  <a:themeElements>
    <a:clrScheme name="BASF_colour_darkblue">
      <a:dk1>
        <a:srgbClr val="000000"/>
      </a:dk1>
      <a:lt1>
        <a:srgbClr val="FFFFFF"/>
      </a:lt1>
      <a:dk2>
        <a:srgbClr val="002875"/>
      </a:dk2>
      <a:lt2>
        <a:srgbClr val="FFFFFF"/>
      </a:lt2>
      <a:accent1>
        <a:srgbClr val="004A96"/>
      </a:accent1>
      <a:accent2>
        <a:srgbClr val="4472AA"/>
      </a:accent2>
      <a:accent3>
        <a:srgbClr val="7CA0C6"/>
      </a:accent3>
      <a:accent4>
        <a:srgbClr val="A6C0DA"/>
      </a:accent4>
      <a:accent5>
        <a:srgbClr val="E0E9F2"/>
      </a:accent5>
      <a:accent6>
        <a:srgbClr val="808080"/>
      </a:accent6>
      <a:hlink>
        <a:srgbClr val="F39500"/>
      </a:hlink>
      <a:folHlink>
        <a:srgbClr val="FACF8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BASF_FolienDesign">
  <a:themeElements>
    <a:clrScheme name="BASF_colour_darkblue">
      <a:dk1>
        <a:srgbClr val="000000"/>
      </a:dk1>
      <a:lt1>
        <a:srgbClr val="FFFFFF"/>
      </a:lt1>
      <a:dk2>
        <a:srgbClr val="002875"/>
      </a:dk2>
      <a:lt2>
        <a:srgbClr val="FFFFFF"/>
      </a:lt2>
      <a:accent1>
        <a:srgbClr val="004A96"/>
      </a:accent1>
      <a:accent2>
        <a:srgbClr val="4472AA"/>
      </a:accent2>
      <a:accent3>
        <a:srgbClr val="7CA0C6"/>
      </a:accent3>
      <a:accent4>
        <a:srgbClr val="A6C0DA"/>
      </a:accent4>
      <a:accent5>
        <a:srgbClr val="E0E9F2"/>
      </a:accent5>
      <a:accent6>
        <a:srgbClr val="808080"/>
      </a:accent6>
      <a:hlink>
        <a:srgbClr val="F39500"/>
      </a:hlink>
      <a:folHlink>
        <a:srgbClr val="FACF8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02 BASF lightblue_colorsheme">
    <a:dk1>
      <a:srgbClr val="000000"/>
    </a:dk1>
    <a:lt1>
      <a:srgbClr val="FFFFFF"/>
    </a:lt1>
    <a:dk2>
      <a:srgbClr val="035FA9"/>
    </a:dk2>
    <a:lt2>
      <a:srgbClr val="FFFFFF"/>
    </a:lt2>
    <a:accent1>
      <a:srgbClr val="21A0D2"/>
    </a:accent1>
    <a:accent2>
      <a:srgbClr val="4EABD6"/>
    </a:accent2>
    <a:accent3>
      <a:srgbClr val="75C4E3"/>
    </a:accent3>
    <a:accent4>
      <a:srgbClr val="9BD4EB"/>
    </a:accent4>
    <a:accent5>
      <a:srgbClr val="DAEFF8"/>
    </a:accent5>
    <a:accent6>
      <a:srgbClr val="808080"/>
    </a:accent6>
    <a:hlink>
      <a:srgbClr val="F39500"/>
    </a:hlink>
    <a:folHlink>
      <a:srgbClr val="FACF8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02 BASF lightblue_colorsheme">
    <a:dk1>
      <a:srgbClr val="000000"/>
    </a:dk1>
    <a:lt1>
      <a:srgbClr val="FFFFFF"/>
    </a:lt1>
    <a:dk2>
      <a:srgbClr val="035FA9"/>
    </a:dk2>
    <a:lt2>
      <a:srgbClr val="FFFFFF"/>
    </a:lt2>
    <a:accent1>
      <a:srgbClr val="21A0D2"/>
    </a:accent1>
    <a:accent2>
      <a:srgbClr val="4EABD6"/>
    </a:accent2>
    <a:accent3>
      <a:srgbClr val="75C4E3"/>
    </a:accent3>
    <a:accent4>
      <a:srgbClr val="9BD4EB"/>
    </a:accent4>
    <a:accent5>
      <a:srgbClr val="DAEFF8"/>
    </a:accent5>
    <a:accent6>
      <a:srgbClr val="808080"/>
    </a:accent6>
    <a:hlink>
      <a:srgbClr val="F39500"/>
    </a:hlink>
    <a:folHlink>
      <a:srgbClr val="FACF8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02 BASF lightblue_colorsheme">
    <a:dk1>
      <a:srgbClr val="000000"/>
    </a:dk1>
    <a:lt1>
      <a:srgbClr val="FFFFFF"/>
    </a:lt1>
    <a:dk2>
      <a:srgbClr val="035FA9"/>
    </a:dk2>
    <a:lt2>
      <a:srgbClr val="FFFFFF"/>
    </a:lt2>
    <a:accent1>
      <a:srgbClr val="21A0D2"/>
    </a:accent1>
    <a:accent2>
      <a:srgbClr val="4EABD6"/>
    </a:accent2>
    <a:accent3>
      <a:srgbClr val="75C4E3"/>
    </a:accent3>
    <a:accent4>
      <a:srgbClr val="9BD4EB"/>
    </a:accent4>
    <a:accent5>
      <a:srgbClr val="DAEFF8"/>
    </a:accent5>
    <a:accent6>
      <a:srgbClr val="808080"/>
    </a:accent6>
    <a:hlink>
      <a:srgbClr val="F39500"/>
    </a:hlink>
    <a:folHlink>
      <a:srgbClr val="FACF8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BB5472C2B1B7F4691B0A39CDAA371F8" ma:contentTypeVersion="15" ma:contentTypeDescription="Create a new document." ma:contentTypeScope="" ma:versionID="c73f70590f28a83946ffdbc9cd9c5aa0">
  <xsd:schema xmlns:xsd="http://www.w3.org/2001/XMLSchema" xmlns:xs="http://www.w3.org/2001/XMLSchema" xmlns:p="http://schemas.microsoft.com/office/2006/metadata/properties" xmlns:ns2="5613abb7-5d19-48e5-890f-044beb4e6bb1" xmlns:ns3="8f52e80f-a645-49aa-a1bf-b4f8403e7719" targetNamespace="http://schemas.microsoft.com/office/2006/metadata/properties" ma:root="true" ma:fieldsID="f4a09848b24dbad84002d910c7f00065" ns2:_="" ns3:_="">
    <xsd:import namespace="5613abb7-5d19-48e5-890f-044beb4e6bb1"/>
    <xsd:import namespace="8f52e80f-a645-49aa-a1bf-b4f8403e7719"/>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613abb7-5d19-48e5-890f-044beb4e6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04f2cd92-8d93-4e4c-83d3-86703d91558f"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f52e80f-a645-49aa-a1bf-b4f8403e771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91d13aed-0492-4688-960e-a4c961a05fe9}" ma:internalName="TaxCatchAll" ma:showField="CatchAllData" ma:web="8f52e80f-a645-49aa-a1bf-b4f8403e771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8f52e80f-a645-49aa-a1bf-b4f8403e7719">
      <UserInfo>
        <DisplayName>Mu Jiang</DisplayName>
        <AccountId>523</AccountId>
        <AccountType/>
      </UserInfo>
    </SharedWithUsers>
    <lcf76f155ced4ddcb4097134ff3c332f xmlns="5613abb7-5d19-48e5-890f-044beb4e6bb1">
      <Terms xmlns="http://schemas.microsoft.com/office/infopath/2007/PartnerControls"/>
    </lcf76f155ced4ddcb4097134ff3c332f>
    <TaxCatchAll xmlns="8f52e80f-a645-49aa-a1bf-b4f8403e7719" xsi:nil="true"/>
  </documentManagement>
</p:properties>
</file>

<file path=customXml/item3.xml><?xml version="1.0" encoding="utf-8"?>
<Application xmlns="http://www.sap.com/cof/ao/powerpoint/application">
  <com.sap.ip.bi.pioneer>
    <Version>4</Version>
    <AAO_Revision>2.7.201.85348</AAO_Revision>
    <RefreshOnOpen>False</RefreshOnOpen>
    <PlanningModeSetToChangeMode>True</PlanningModeSetToChangeMode>
    <Cleaned>False</Cleaned>
    <ForcePromptOnInitialRefresh>False</ForcePromptOnInitialRefresh>
    <StorePromptsInDocument>True</StorePromptsInDocument>
    <MergeVariables>False</MergeVariables>
    <RefreshPlanningObjectsOnRefreshAll>True</RefreshPlanningObjectsOnRefreshAll>
    <DocumentFilter/>
    <Items/>
  </com.sap.ip.bi.pioneer>
</Application>
</file>

<file path=customXml/item4.xml><?xml version="1.0" encoding="utf-8"?>
<Application xmlns="http://www.sap.com/cof/powerpoint/application">
  <Version>2</Version>
  <Revision>2.7.201.85348</Revision>
</Application>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D7236FB-770E-49B8-9F89-5B431ACB4F88}">
  <ds:schemaRefs>
    <ds:schemaRef ds:uri="5613abb7-5d19-48e5-890f-044beb4e6bb1"/>
    <ds:schemaRef ds:uri="8f52e80f-a645-49aa-a1bf-b4f8403e771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83E743B-F020-45A9-8569-136314D92967}">
  <ds:schemaRefs>
    <ds:schemaRef ds:uri="5613abb7-5d19-48e5-890f-044beb4e6bb1"/>
    <ds:schemaRef ds:uri="8f52e80f-a645-49aa-a1bf-b4f8403e771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EF8ED69-059E-4B44-826F-3BA7690684B4}">
  <ds:schemaRefs>
    <ds:schemaRef ds:uri="http://www.sap.com/cof/ao/powerpoint/application"/>
  </ds:schemaRefs>
</ds:datastoreItem>
</file>

<file path=customXml/itemProps4.xml><?xml version="1.0" encoding="utf-8"?>
<ds:datastoreItem xmlns:ds="http://schemas.openxmlformats.org/officeDocument/2006/customXml" ds:itemID="{B14D140D-0D50-482D-A288-0B09D4567CA0}">
  <ds:schemaRefs>
    <ds:schemaRef ds:uri="http://www.sap.com/cof/powerpoint/application"/>
  </ds:schemaRefs>
</ds:datastoreItem>
</file>

<file path=customXml/itemProps5.xml><?xml version="1.0" encoding="utf-8"?>
<ds:datastoreItem xmlns:ds="http://schemas.openxmlformats.org/officeDocument/2006/customXml" ds:itemID="{3C189563-1371-4CF1-AE4D-E3DE6BA12385}">
  <ds:schemaRefs>
    <ds:schemaRef ds:uri="http://schemas.microsoft.com/sharepoint/v3/contenttype/forms"/>
  </ds:schemaRefs>
</ds:datastoreItem>
</file>

<file path=docMetadata/LabelInfo.xml><?xml version="1.0" encoding="utf-8"?>
<clbl:labelList xmlns:clbl="http://schemas.microsoft.com/office/2020/mipLabelMetadata">
  <clbl:label id="{06530cf4-8573-4c29-a912-bbcdac835909}" enabled="1" method="Standard" siteId="{ecaa386b-c8df-4ce0-ad01-740cbdb5ba55}" removed="0"/>
</clbl:labelList>
</file>

<file path=docProps/app.xml><?xml version="1.0" encoding="utf-8"?>
<Properties xmlns="http://schemas.openxmlformats.org/officeDocument/2006/extended-properties" xmlns:vt="http://schemas.openxmlformats.org/officeDocument/2006/docPropsVTypes">
  <TotalTime>0</TotalTime>
  <Words>1947</Words>
  <Application>Microsoft Office PowerPoint</Application>
  <PresentationFormat>宽屏</PresentationFormat>
  <Paragraphs>284</Paragraphs>
  <Slides>6</Slides>
  <Notes>5</Notes>
  <HiddenSlides>0</HiddenSlides>
  <MMClips>0</MMClips>
  <ScaleCrop>false</ScaleCrop>
  <HeadingPairs>
    <vt:vector size="8" baseType="variant">
      <vt:variant>
        <vt:lpstr>已用的字体</vt:lpstr>
      </vt:variant>
      <vt:variant>
        <vt:i4>6</vt:i4>
      </vt:variant>
      <vt:variant>
        <vt:lpstr>主题</vt:lpstr>
      </vt:variant>
      <vt:variant>
        <vt:i4>5</vt:i4>
      </vt:variant>
      <vt:variant>
        <vt:lpstr>嵌入 OLE 服务器</vt:lpstr>
      </vt:variant>
      <vt:variant>
        <vt:i4>3</vt:i4>
      </vt:variant>
      <vt:variant>
        <vt:lpstr>幻灯片标题</vt:lpstr>
      </vt:variant>
      <vt:variant>
        <vt:i4>6</vt:i4>
      </vt:variant>
    </vt:vector>
  </HeadingPairs>
  <TitlesOfParts>
    <vt:vector size="20" baseType="lpstr">
      <vt:lpstr>黑体</vt:lpstr>
      <vt:lpstr>Arial</vt:lpstr>
      <vt:lpstr>Calibri</vt:lpstr>
      <vt:lpstr>Segoe UI</vt:lpstr>
      <vt:lpstr>Wingdings</vt:lpstr>
      <vt:lpstr>Wingdings 3</vt:lpstr>
      <vt:lpstr>BASF_FolienDesign</vt:lpstr>
      <vt:lpstr>17_BASF_FolienDesign</vt:lpstr>
      <vt:lpstr>1_BASF_FolienDesign</vt:lpstr>
      <vt:lpstr>2_BASF_FolienDesign</vt:lpstr>
      <vt:lpstr>2_BASF_FolienDesign</vt:lpstr>
      <vt:lpstr>think-cellスライド</vt:lpstr>
      <vt:lpstr>think-cell Folie</vt:lpstr>
      <vt:lpstr>think-cell 幻灯片</vt:lpstr>
      <vt:lpstr>A-PMA TPU monthly meeting   </vt:lpstr>
      <vt:lpstr>TPU/eTPU: Operations Sep 2026</vt:lpstr>
      <vt:lpstr>Material Balance &amp; Waste ratio - Shanghai</vt:lpstr>
      <vt:lpstr>Monthly First Pass Rate - Shanghai</vt:lpstr>
      <vt:lpstr>Plant KPI Review - Shanghai</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SBU Updates: PMP and PMR</dc:title>
  <dc:creator>Apala Mukherjee</dc:creator>
  <cp:lastModifiedBy>xiang.gao@basf.com</cp:lastModifiedBy>
  <cp:revision>8</cp:revision>
  <cp:lastPrinted>2026-09-14T02:42:21Z</cp:lastPrinted>
  <dcterms:created xsi:type="dcterms:W3CDTF">2018-07-25T08:28:39Z</dcterms:created>
  <dcterms:modified xsi:type="dcterms:W3CDTF">2026-10-08T13:55:27Z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_to_AIP">
    <vt:i4>0</vt:i4>
  </property>
  <property fmtid="{D5CDD505-2E9C-101B-9397-08002B2CF9AE}" pid="3" name="ContentTypeId">
    <vt:lpwstr>0x010100FBB5472C2B1B7F4691B0A39CDAA371F8</vt:lpwstr>
  </property>
  <property fmtid="{D5CDD505-2E9C-101B-9397-08002B2CF9AE}" pid="4" name="MSIP_Label_c8c00982-80e1-41e6-a03a-12f4ca954faf_Enabled">
    <vt:lpwstr>True</vt:lpwstr>
  </property>
  <property fmtid="{D5CDD505-2E9C-101B-9397-08002B2CF9AE}" pid="5" name="MSIP_Label_c8c00982-80e1-41e6-a03a-12f4ca954faf_SiteId">
    <vt:lpwstr>ecaa386b-c8df-4ce0-ad01-740cbdb5ba55</vt:lpwstr>
  </property>
  <property fmtid="{D5CDD505-2E9C-101B-9397-08002B2CF9AE}" pid="6" name="MSIP_Label_c8c00982-80e1-41e6-a03a-12f4ca954faf_Owner">
    <vt:lpwstr>TAKHID@BASFAD.BASF.NET</vt:lpwstr>
  </property>
  <property fmtid="{D5CDD505-2E9C-101B-9397-08002B2CF9AE}" pid="7" name="MSIP_Label_c8c00982-80e1-41e6-a03a-12f4ca954faf_SetDate">
    <vt:lpwstr>2020-12-09T03:00:19.5199079Z</vt:lpwstr>
  </property>
  <property fmtid="{D5CDD505-2E9C-101B-9397-08002B2CF9AE}" pid="8" name="MSIP_Label_c8c00982-80e1-41e6-a03a-12f4ca954faf_Name">
    <vt:lpwstr>Internal</vt:lpwstr>
  </property>
  <property fmtid="{D5CDD505-2E9C-101B-9397-08002B2CF9AE}" pid="9" name="MSIP_Label_c8c00982-80e1-41e6-a03a-12f4ca954faf_Application">
    <vt:lpwstr>Microsoft Azure Information Protection</vt:lpwstr>
  </property>
  <property fmtid="{D5CDD505-2E9C-101B-9397-08002B2CF9AE}" pid="10" name="MSIP_Label_c8c00982-80e1-41e6-a03a-12f4ca954faf_ActionId">
    <vt:lpwstr>68062c46-bc7e-49f7-9ab6-d86ece140a73</vt:lpwstr>
  </property>
  <property fmtid="{D5CDD505-2E9C-101B-9397-08002B2CF9AE}" pid="11" name="MSIP_Label_c8c00982-80e1-41e6-a03a-12f4ca954faf_Extended_MSFT_Method">
    <vt:lpwstr>Automatic</vt:lpwstr>
  </property>
  <property fmtid="{D5CDD505-2E9C-101B-9397-08002B2CF9AE}" pid="12" name="MediaServiceImageTags">
    <vt:lpwstr/>
  </property>
  <property fmtid="{D5CDD505-2E9C-101B-9397-08002B2CF9AE}" pid="13" name="MSIP_Label_06530cf4-8573-4c29-a912-bbcdac835909_Enabled">
    <vt:lpwstr>true</vt:lpwstr>
  </property>
  <property fmtid="{D5CDD505-2E9C-101B-9397-08002B2CF9AE}" pid="14" name="MSIP_Label_06530cf4-8573-4c29-a912-bbcdac835909_SetDate">
    <vt:lpwstr>2024-03-02T09:41:50Z</vt:lpwstr>
  </property>
  <property fmtid="{D5CDD505-2E9C-101B-9397-08002B2CF9AE}" pid="15" name="MSIP_Label_06530cf4-8573-4c29-a912-bbcdac835909_Method">
    <vt:lpwstr>Standard</vt:lpwstr>
  </property>
  <property fmtid="{D5CDD505-2E9C-101B-9397-08002B2CF9AE}" pid="16" name="MSIP_Label_06530cf4-8573-4c29-a912-bbcdac835909_Name">
    <vt:lpwstr>06530cf4-8573-4c29-a912-bbcdac835909</vt:lpwstr>
  </property>
  <property fmtid="{D5CDD505-2E9C-101B-9397-08002B2CF9AE}" pid="17" name="MSIP_Label_06530cf4-8573-4c29-a912-bbcdac835909_SiteId">
    <vt:lpwstr>ecaa386b-c8df-4ce0-ad01-740cbdb5ba55</vt:lpwstr>
  </property>
  <property fmtid="{D5CDD505-2E9C-101B-9397-08002B2CF9AE}" pid="18" name="MSIP_Label_06530cf4-8573-4c29-a912-bbcdac835909_ActionId">
    <vt:lpwstr>aed84556-35b3-4372-913f-3caae5f2f1e6</vt:lpwstr>
  </property>
  <property fmtid="{D5CDD505-2E9C-101B-9397-08002B2CF9AE}" pid="19" name="MSIP_Label_06530cf4-8573-4c29-a912-bbcdac835909_ContentBits">
    <vt:lpwstr>2</vt:lpwstr>
  </property>
</Properties>
</file>